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706" r:id="rId2"/>
    <p:sldMasterId id="2147483721" r:id="rId3"/>
    <p:sldMasterId id="2147483685" r:id="rId4"/>
  </p:sldMasterIdLst>
  <p:notesMasterIdLst>
    <p:notesMasterId r:id="rId12"/>
  </p:notesMasterIdLst>
  <p:handoutMasterIdLst>
    <p:handoutMasterId r:id="rId13"/>
  </p:handoutMasterIdLst>
  <p:sldIdLst>
    <p:sldId id="819" r:id="rId18"/>
    <p:sldId id="820" r:id="rId19"/>
    <p:sldId id="821" r:id="rId20"/>
    <p:sldId id="822" r:id="rId21"/>
    <p:sldId id="823" r:id="rId22"/>
    <p:sldId id="824" r:id="rId23"/>
    <p:sldId id="825" r:id="rId24"/>
    <p:sldId id="826" r:id="rId25"/>
    <p:sldId id="827" r:id="rId26"/>
    <p:sldId id="828" r:id="rId27"/>
    <p:sldId id="829" r:id="rId28"/>
    <p:sldId id="830" r:id="rId29"/>
  </p:sldIdLst>
  <p:sldSz cx="12192000" cy="6858000"/>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66"/>
    <a:srgbClr val="FF9933"/>
    <a:srgbClr val="2C4E8C"/>
    <a:srgbClr val="32599E"/>
    <a:srgbClr val="213B69"/>
    <a:srgbClr val="FFFFFF"/>
    <a:srgbClr val="FDCF4D"/>
    <a:srgbClr val="F0D510"/>
    <a:srgbClr val="EAF2BA"/>
    <a:srgbClr val="A5F5A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92" autoAdjust="0"/>
    <p:restoredTop sz="94496" autoAdjust="0"/>
  </p:normalViewPr>
  <p:slideViewPr>
    <p:cSldViewPr snapToGrid="0">
      <p:cViewPr varScale="1">
        <p:scale>
          <a:sx n="124" d="100"/>
          <a:sy n="124" d="100"/>
        </p:scale>
        <p:origin x="96"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Master" Target="slideMasters/slideMaster4.xml"/><Relationship Id="rId12" Type="http://schemas.openxmlformats.org/officeDocument/2006/relationships/notesMaster" Target="notesMasters/notesMaster1.xml"/><Relationship Id="rId13" Type="http://schemas.openxmlformats.org/officeDocument/2006/relationships/handoutMaster" Target="handoutMasters/handout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slide" Target="slides/slide1.xml"/><Relationship Id="rId19" Type="http://schemas.openxmlformats.org/officeDocument/2006/relationships/slide" Target="slides/slide2.xml"/><Relationship Id="rId20" Type="http://schemas.openxmlformats.org/officeDocument/2006/relationships/slide" Target="slides/slide3.xml"/><Relationship Id="rId21" Type="http://schemas.openxmlformats.org/officeDocument/2006/relationships/slide" Target="slides/slide4.xml"/><Relationship Id="rId22" Type="http://schemas.openxmlformats.org/officeDocument/2006/relationships/slide" Target="slides/slide5.xml"/><Relationship Id="rId23" Type="http://schemas.openxmlformats.org/officeDocument/2006/relationships/slide" Target="slides/slide6.xml"/><Relationship Id="rId24" Type="http://schemas.openxmlformats.org/officeDocument/2006/relationships/slide" Target="slides/slide7.xml"/><Relationship Id="rId25" Type="http://schemas.openxmlformats.org/officeDocument/2006/relationships/slide" Target="slides/slide8.xml"/><Relationship Id="rId26" Type="http://schemas.openxmlformats.org/officeDocument/2006/relationships/slide" Target="slides/slide9.xml"/><Relationship Id="rId27" Type="http://schemas.openxmlformats.org/officeDocument/2006/relationships/slide" Target="slides/slide10.xml"/><Relationship Id="rId28" Type="http://schemas.openxmlformats.org/officeDocument/2006/relationships/slide" Target="slides/slide11.xml"/><Relationship Id="rId29" Type="http://schemas.openxmlformats.org/officeDocument/2006/relationships/slide" Target="slides/slide1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238" cy="481013"/>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4143375" y="0"/>
            <a:ext cx="3170238" cy="481013"/>
          </a:xfrm>
          <a:prstGeom prst="rect">
            <a:avLst/>
          </a:prstGeom>
        </p:spPr>
        <p:txBody>
          <a:bodyPr vert="horz" lIns="91440" tIns="45720" rIns="91440" bIns="45720" rtlCol="0"/>
          <a:lstStyle>
            <a:lvl1pPr algn="r">
              <a:defRPr sz="1200"/>
            </a:lvl1pPr>
          </a:lstStyle>
          <a:p>
            <a:fld id="{0CC5B443-7A77-425A-AA94-D64ADAA08E7A}" type="datetimeFigureOut">
              <a:rPr lang="en-US" smtClean="0"/>
              <a:t>11/4/2022</a:t>
            </a:fld>
            <a:endParaRPr lang="en-US"/>
          </a:p>
        </p:txBody>
      </p:sp>
      <p:sp>
        <p:nvSpPr>
          <p:cNvPr id="4" name="Footer Placeholder 3"/>
          <p:cNvSpPr>
            <a:spLocks noGrp="1"/>
          </p:cNvSpPr>
          <p:nvPr>
            <p:ph type="ftr" sz="quarter" idx="2"/>
          </p:nvPr>
        </p:nvSpPr>
        <p:spPr>
          <a:xfrm>
            <a:off x="0" y="9120188"/>
            <a:ext cx="3170238" cy="481012"/>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4143375" y="9120188"/>
            <a:ext cx="3170238" cy="481012"/>
          </a:xfrm>
          <a:prstGeom prst="rect">
            <a:avLst/>
          </a:prstGeom>
        </p:spPr>
        <p:txBody>
          <a:bodyPr vert="horz" lIns="91440" tIns="45720" rIns="91440" bIns="45720" rtlCol="0" anchor="b"/>
          <a:lstStyle>
            <a:lvl1pPr algn="r">
              <a:defRPr sz="1200"/>
            </a:lvl1pPr>
          </a:lstStyle>
          <a:p>
            <a:fld id="{9CC1180D-0869-42E5-AD4F-8E56F3CEAC67}" type="slidenum">
              <a:rPr lang="en-US" smtClean="0"/>
              <a:t>‹#›</a:t>
            </a:fld>
            <a:endParaRPr lang="en-US"/>
          </a:p>
        </p:txBody>
      </p:sp>
    </p:spTree>
    <p:extLst>
      <p:ext uri="{BB962C8B-B14F-4D97-AF65-F5344CB8AC3E}">
        <p14:creationId xmlns:p14="http://schemas.microsoft.com/office/powerpoint/2010/main" val="176574489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a:lvl1pPr>
          </a:lstStyle>
          <a:p>
            <a:fld id="{E75B26B8-008E-4B0B-AF5E-96369BC26E9E}" type="datetimeFigureOut">
              <a:rPr lang="en-US" smtClean="0"/>
              <a:t>11/4/2022</a:t>
            </a:fld>
            <a:endParaRPr lang="en-US"/>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a:lvl1pPr>
          </a:lstStyle>
          <a:p>
            <a:fld id="{E6E46B72-383E-4502-A229-FF6181FAA923}" type="slidenum">
              <a:rPr lang="en-US" smtClean="0"/>
              <a:t>‹#›</a:t>
            </a:fld>
            <a:endParaRPr lang="en-US"/>
          </a:p>
        </p:txBody>
      </p:sp>
    </p:spTree>
    <p:extLst>
      <p:ext uri="{BB962C8B-B14F-4D97-AF65-F5344CB8AC3E}">
        <p14:creationId xmlns:p14="http://schemas.microsoft.com/office/powerpoint/2010/main" val="33804967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on the orb itself, running on the table. This is the HOT Info Orbs: five round screens on one board, run by a Wi-Fi dev board about the size of a postage stamp. They show the time, the weather and the markets, and they keep themselves up to date. It's a Hands-On Tech club build: anyone in the club can make one and set it up from a phone or computer. Tonight: what it is, where it came from, a tour of the pages, how it's built, and how the club build will run.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round screens on one board, run by a Wi-Fi dev board about the size of a postage stamp. They show the time, the weather and the markets, and they keep themselves up to date. There is nothing to install on a computer: it powers from a USB cable, and every setting lives on a web page the orb serves itself.</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idea isn't ours. Brett Turner designed the original Info Orbs and shared the plans and software for free. Later HackerBoxes, a monthly electronics kit, sent out a version of it called Orbital. A couple of our members built that kit; these are Donald Champion's photos of his. We liked it enough to make our own: a new board, new features, and a build anyone in the club can follow.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clock spreads across all five orbs. Press the middle button for a nixie tube face. Twelve or twenty-four hour, in any colors you like, and you can build in a custom face of your own. The weather page covers any town: what it's doing now and the next three days. If you own a Tempest weather station, it can drive the display instead; you can add up to two. Sunrise and sunset sit above the weather icon, and tonight's moon is drawn below 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tickers, one per orb, with the price, the change and the day's range: stocks, funds or crypto. Left and right step through the pages; leave it alone and it rotates on its own. And for coders, two pages you build yourself. The MQTT page shows live values from Home Assistant, or anything else using MQTT. The Web Data page pulls a small JSON file from any web address.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what's inside. The brain is a XIAO ESP32-S3 or S3 Plus, with Wi-Fi built in. It sits in a socket, so it lifts out. Five round color displays, an inch and a quarter across, share one board; three buttons along the edge. Yang and I designed the board that ties it together, and JLCPCB makes it. It runs off a USB cable and draws under two watts. The board files and the software are all open, on GitHub.</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displays run on five volts, each with its own regulator. On the original kit they all ran off the ESP's regulator, and builders found it too hot to touch: one report put the module at 82 degrees C running only a graphics demo. On ours the thermal camera reads 43.6 at the module's hottest point after hours of running, and 37.9 on the display backs. Surface readings, room at 75 F. The displays carry their own share now, and stay warm, not hot.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load the software once, over USB. After that there's no cable. Settings live on a web page you open from your phone or computer: your town, your tickers, time zone, colors. Save, and the orb restarts with them. And you pick the pages: not interested in the markets? Untick Stocks and it drops out of the rotation. Tick just one page and that page stays put. Software updates come over Wi-Fi from the same page; if one goes wrong the orb falls back to the version that worked. It dims in the evening, can switch its screens off at bedtime, and any button wakes it. And it starts up with any picture you like.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things. The board has just moved to revision 2.4, and the design is locked: a XIAO ESP32-S3 or S3 Plus, the five displays at 46 millimeters to match the enclosure, buttons on top. And a case: the Winged Speedster concept, brass rings around each screen and finned end caps, all 3D printed. That one is still a design.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how the club build runs. You get the parts: the board, a XIAO ESP32-S3 or S3 Plus, five displays, sockets, buttons and a cable. Build night is sockets and headers only, through-hole soldering, one evening. Then the firmware loads once over USB; from then on updates come from your phone. Set it up on the settings page, no code. We start in January. Say tonight if you want in, so we know how many kits to put together.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Everything's on GitHub, at the link on screen: board files, firmware and the build guide. The feature sheet lists every page and setting. Thanks to Brett Turner, to HackerBoxes, and to Donald Champion for the build photos.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Hold here for questions. The orb stays on the table running; come and press the buttons.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6.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6.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6.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6.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6.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6.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 Id="rId3" Type="http://schemas.openxmlformats.org/officeDocument/2006/relationships/image" Target="../media/image11.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 Id="rId3" Type="http://schemas.openxmlformats.org/officeDocument/2006/relationships/image" Target="../media/image11.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 Id="rId3" Type="http://schemas.openxmlformats.org/officeDocument/2006/relationships/image" Target="../media/image11.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 Id="rId3" Type="http://schemas.openxmlformats.org/officeDocument/2006/relationships/image" Target="../media/image11.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 Id="rId3" Type="http://schemas.openxmlformats.org/officeDocument/2006/relationships/image" Target="../media/image11.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 Id="rId3" Type="http://schemas.openxmlformats.org/officeDocument/2006/relationships/image" Target="../media/image11.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 Id="rId3" Type="http://schemas.openxmlformats.org/officeDocument/2006/relationships/image" Target="../media/image11.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 Id="rId3" Type="http://schemas.openxmlformats.org/officeDocument/2006/relationships/image" Target="../media/image11.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 Id="rId3" Type="http://schemas.openxmlformats.org/officeDocument/2006/relationships/image" Target="../media/image11.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 Id="rId3" Type="http://schemas.openxmlformats.org/officeDocument/2006/relationships/image" Target="../media/image11.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 Id="rId3" Type="http://schemas.openxmlformats.org/officeDocument/2006/relationships/image" Target="../media/image11.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 Id="rId3" Type="http://schemas.openxmlformats.org/officeDocument/2006/relationships/image" Target="../media/image11.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 Id="rId3" Type="http://schemas.openxmlformats.org/officeDocument/2006/relationships/image" Target="../media/image11.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 Id="rId3" Type="http://schemas.openxmlformats.org/officeDocument/2006/relationships/image" Target="../media/image11.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 Id="rId3" Type="http://schemas.openxmlformats.org/officeDocument/2006/relationships/image" Target="../media/image11.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 Id="rId3" Type="http://schemas.openxmlformats.org/officeDocument/2006/relationships/image" Target="../media/image11.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 Id="rId3" Type="http://schemas.openxmlformats.org/officeDocument/2006/relationships/image" Target="../media/image11.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solidFill>
                  <a:schemeClr val="tx1"/>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normAutofit/>
          </a:bodyPr>
          <a:lstStyle>
            <a:lvl1pPr marL="0" indent="0" algn="ctr">
              <a:buNone/>
              <a:defRPr sz="3200">
                <a:solidFill>
                  <a:schemeClr val="tx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solidFill>
                <a:latin typeface="Arial" panose="020B0604020202020204" pitchFamily="34" charset="0"/>
                <a:cs typeface="Arial" panose="020B0604020202020204" pitchFamily="34" charset="0"/>
              </a:defRPr>
            </a:lvl1pPr>
          </a:lstStyle>
          <a:p>
            <a:fld id="{ADC7DB0A-9BDE-4650-8C5E-60371A3C100A}" type="datetimeFigureOut">
              <a:rPr lang="en-US" smtClean="0"/>
              <a:t>11/4/2022</a:t>
            </a:fld>
            <a:endParaRPr lang="en-US"/>
          </a:p>
        </p:txBody>
      </p:sp>
      <p:sp>
        <p:nvSpPr>
          <p:cNvPr id="5" name="Footer Placeholder 4"/>
          <p:cNvSpPr>
            <a:spLocks noGrp="1"/>
          </p:cNvSpPr>
          <p:nvPr>
            <p:ph type="ftr" sz="quarter" idx="11"/>
          </p:nvPr>
        </p:nvSpPr>
        <p:spPr/>
        <p:txBody>
          <a:bodyPr/>
          <a:lstStyle>
            <a:lvl1pPr>
              <a:defRPr>
                <a:solidFill>
                  <a:schemeClr val="tx1"/>
                </a:solidFill>
                <a:latin typeface="Arial" panose="020B0604020202020204" pitchFamily="34" charset="0"/>
                <a:cs typeface="Arial" panose="020B0604020202020204" pitchFamily="34" charset="0"/>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1"/>
                </a:solidFill>
                <a:latin typeface="Arial" panose="020B0604020202020204" pitchFamily="34" charset="0"/>
                <a:cs typeface="Arial" panose="020B0604020202020204" pitchFamily="34" charset="0"/>
              </a:defRPr>
            </a:lvl1pPr>
          </a:lstStyle>
          <a:p>
            <a:fld id="{242B4457-79FF-4660-B984-F5C3D8FDBABC}" type="slidenum">
              <a:rPr lang="en-US" smtClean="0"/>
              <a:t>‹#›</a:t>
            </a:fld>
            <a:endParaRPr lang="en-US"/>
          </a:p>
        </p:txBody>
      </p:sp>
      <p:pic>
        <p:nvPicPr>
          <p:cNvPr id="8" name="Picture Placeholder 10"/>
          <p:cNvPicPr>
            <a:picLocks noChangeAspect="1"/>
          </p:cNvPicPr>
          <p:nvPr userDrawn="1"/>
        </p:nvPicPr>
        <p:blipFill>
          <a:blip r:embed="rId3" cstate="print">
            <a:extLst>
              <a:ext uri="{28A0092B-C50C-407E-A947-70E740481C1C}">
                <a14:useLocalDpi xmlns:a14="http://schemas.microsoft.com/office/drawing/2010/main" val="0"/>
              </a:ext>
            </a:extLst>
          </a:blip>
          <a:srcRect t="3326" b="3326"/>
          <a:stretch>
            <a:fillRect/>
          </a:stretch>
        </p:blipFill>
        <p:spPr bwMode="auto">
          <a:xfrm>
            <a:off x="11123435" y="162460"/>
            <a:ext cx="897482" cy="1078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2108602"/>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solidFill>
                  <a:schemeClr val="tx1"/>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normAutofit/>
          </a:bodyPr>
          <a:lstStyle>
            <a:lvl1pPr marL="0" indent="0" algn="ctr">
              <a:buNone/>
              <a:defRPr sz="3200">
                <a:solidFill>
                  <a:schemeClr val="tx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solidFill>
                <a:latin typeface="Arial" panose="020B0604020202020204" pitchFamily="34" charset="0"/>
                <a:cs typeface="Arial" panose="020B0604020202020204" pitchFamily="34" charset="0"/>
              </a:defRPr>
            </a:lvl1pPr>
          </a:lstStyle>
          <a:p>
            <a:fld id="{ADC7DB0A-9BDE-4650-8C5E-60371A3C100A}" type="datetimeFigureOut">
              <a:rPr lang="en-US" smtClean="0"/>
              <a:t>11/4/2022</a:t>
            </a:fld>
            <a:endParaRPr lang="en-US"/>
          </a:p>
        </p:txBody>
      </p:sp>
      <p:sp>
        <p:nvSpPr>
          <p:cNvPr id="5" name="Footer Placeholder 4"/>
          <p:cNvSpPr>
            <a:spLocks noGrp="1"/>
          </p:cNvSpPr>
          <p:nvPr>
            <p:ph type="ftr" sz="quarter" idx="11"/>
          </p:nvPr>
        </p:nvSpPr>
        <p:spPr/>
        <p:txBody>
          <a:bodyPr/>
          <a:lstStyle>
            <a:lvl1pPr>
              <a:defRPr>
                <a:solidFill>
                  <a:schemeClr val="tx1"/>
                </a:solidFill>
                <a:latin typeface="Arial" panose="020B0604020202020204" pitchFamily="34" charset="0"/>
                <a:cs typeface="Arial" panose="020B0604020202020204" pitchFamily="34" charset="0"/>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1"/>
                </a:solidFill>
                <a:latin typeface="Arial" panose="020B0604020202020204" pitchFamily="34" charset="0"/>
                <a:cs typeface="Arial" panose="020B0604020202020204" pitchFamily="34" charset="0"/>
              </a:defRPr>
            </a:lvl1pPr>
          </a:lstStyle>
          <a:p>
            <a:fld id="{242B4457-79FF-4660-B984-F5C3D8FDBABC}" type="slidenum">
              <a:rPr lang="en-US" smtClean="0"/>
              <a:t>‹#›</a:t>
            </a:fld>
            <a:endParaRPr lang="en-US"/>
          </a:p>
        </p:txBody>
      </p:sp>
    </p:spTree>
    <p:extLst>
      <p:ext uri="{BB962C8B-B14F-4D97-AF65-F5344CB8AC3E}">
        <p14:creationId xmlns:p14="http://schemas.microsoft.com/office/powerpoint/2010/main" val="2176541036"/>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05902" y="24211"/>
            <a:ext cx="9995263" cy="1325563"/>
          </a:xfrm>
        </p:spPr>
        <p:txBody>
          <a:bodyPr/>
          <a:lstStyle>
            <a:lvl1pPr>
              <a:defRPr>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fld id="{ADC7DB0A-9BDE-4650-8C5E-60371A3C100A}" type="datetimeFigureOut">
              <a:rPr lang="en-US" smtClean="0"/>
              <a:t>11/4/2022</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242B4457-79FF-4660-B984-F5C3D8FDBABC}" type="slidenum">
              <a:rPr lang="en-US" smtClean="0"/>
              <a:t>‹#›</a:t>
            </a:fld>
            <a:endParaRPr lang="en-US"/>
          </a:p>
        </p:txBody>
      </p:sp>
      <p:pic>
        <p:nvPicPr>
          <p:cNvPr id="9" name="Picture Placeholder 10"/>
          <p:cNvPicPr>
            <a:picLocks noChangeAspect="1"/>
          </p:cNvPicPr>
          <p:nvPr userDrawn="1"/>
        </p:nvPicPr>
        <p:blipFill>
          <a:blip r:embed="rId2" cstate="print">
            <a:extLst>
              <a:ext uri="{28A0092B-C50C-407E-A947-70E740481C1C}">
                <a14:useLocalDpi xmlns:a14="http://schemas.microsoft.com/office/drawing/2010/main" val="0"/>
              </a:ext>
            </a:extLst>
          </a:blip>
          <a:srcRect t="3326" b="3326"/>
          <a:stretch>
            <a:fillRect/>
          </a:stretch>
        </p:blipFill>
        <p:spPr bwMode="auto">
          <a:xfrm>
            <a:off x="11016343" y="244838"/>
            <a:ext cx="897482" cy="1078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35237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bg1"/>
                </a:solidFill>
                <a:latin typeface="Arial" panose="020B0604020202020204" pitchFamily="34" charset="0"/>
                <a:cs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ADC7DB0A-9BDE-4650-8C5E-60371A3C100A}" type="datetimeFigureOut">
              <a:rPr lang="en-US" smtClean="0"/>
              <a:t>11/4/2022</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242B4457-79FF-4660-B984-F5C3D8FDBABC}" type="slidenum">
              <a:rPr lang="en-US" smtClean="0"/>
              <a:t>‹#›</a:t>
            </a:fld>
            <a:endParaRPr lang="en-US"/>
          </a:p>
        </p:txBody>
      </p:sp>
      <p:pic>
        <p:nvPicPr>
          <p:cNvPr id="9" name="Picture Placeholder 10"/>
          <p:cNvPicPr>
            <a:picLocks noChangeAspect="1"/>
          </p:cNvPicPr>
          <p:nvPr userDrawn="1"/>
        </p:nvPicPr>
        <p:blipFill>
          <a:blip r:embed="rId2" cstate="print">
            <a:extLst>
              <a:ext uri="{28A0092B-C50C-407E-A947-70E740481C1C}">
                <a14:useLocalDpi xmlns:a14="http://schemas.microsoft.com/office/drawing/2010/main" val="0"/>
              </a:ext>
            </a:extLst>
          </a:blip>
          <a:srcRect t="3326" b="3326"/>
          <a:stretch>
            <a:fillRect/>
          </a:stretch>
        </p:blipFill>
        <p:spPr bwMode="auto">
          <a:xfrm>
            <a:off x="11016343" y="244838"/>
            <a:ext cx="897482" cy="1078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837442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244812" y="30829"/>
            <a:ext cx="10082349" cy="1325563"/>
          </a:xfrm>
        </p:spPr>
        <p:txBody>
          <a:bodyPr/>
          <a:lstStyle>
            <a:lvl1pPr>
              <a:defRPr>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fld id="{ADC7DB0A-9BDE-4650-8C5E-60371A3C100A}" type="datetimeFigureOut">
              <a:rPr lang="en-US" smtClean="0"/>
              <a:t>11/4/2022</a:t>
            </a:fld>
            <a:endParaRPr lang="en-US"/>
          </a:p>
        </p:txBody>
      </p:sp>
      <p:sp>
        <p:nvSpPr>
          <p:cNvPr id="6" name="Footer Placeholder 4"/>
          <p:cNvSpPr>
            <a:spLocks noGrp="1"/>
          </p:cNvSpPr>
          <p:nvPr>
            <p:ph type="ftr" sz="quarter" idx="11"/>
          </p:nvPr>
        </p:nvSpPr>
        <p:spPr/>
        <p:txBody>
          <a:bodyPr/>
          <a:lstStyle>
            <a:lvl1pPr>
              <a:defRPr/>
            </a:lvl1pPr>
          </a:lstStyle>
          <a:p>
            <a:endParaRPr lang="en-US"/>
          </a:p>
        </p:txBody>
      </p:sp>
      <p:sp>
        <p:nvSpPr>
          <p:cNvPr id="7" name="Slide Number Placeholder 5"/>
          <p:cNvSpPr>
            <a:spLocks noGrp="1"/>
          </p:cNvSpPr>
          <p:nvPr>
            <p:ph type="sldNum" sz="quarter" idx="12"/>
          </p:nvPr>
        </p:nvSpPr>
        <p:spPr/>
        <p:txBody>
          <a:bodyPr/>
          <a:lstStyle>
            <a:lvl1pPr>
              <a:defRPr/>
            </a:lvl1pPr>
          </a:lstStyle>
          <a:p>
            <a:fld id="{242B4457-79FF-4660-B984-F5C3D8FDBABC}" type="slidenum">
              <a:rPr lang="en-US" smtClean="0"/>
              <a:t>‹#›</a:t>
            </a:fld>
            <a:endParaRPr lang="en-US"/>
          </a:p>
        </p:txBody>
      </p:sp>
      <p:pic>
        <p:nvPicPr>
          <p:cNvPr id="10" name="Picture Placeholder 10"/>
          <p:cNvPicPr>
            <a:picLocks noChangeAspect="1"/>
          </p:cNvPicPr>
          <p:nvPr userDrawn="1"/>
        </p:nvPicPr>
        <p:blipFill>
          <a:blip r:embed="rId2" cstate="print">
            <a:extLst>
              <a:ext uri="{28A0092B-C50C-407E-A947-70E740481C1C}">
                <a14:useLocalDpi xmlns:a14="http://schemas.microsoft.com/office/drawing/2010/main" val="0"/>
              </a:ext>
            </a:extLst>
          </a:blip>
          <a:srcRect t="3326" b="3326"/>
          <a:stretch>
            <a:fillRect/>
          </a:stretch>
        </p:blipFill>
        <p:spPr bwMode="auto">
          <a:xfrm>
            <a:off x="11016343" y="244838"/>
            <a:ext cx="897482" cy="1078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995331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46401" y="14929"/>
            <a:ext cx="10028509" cy="1325563"/>
          </a:xfrm>
        </p:spPr>
        <p:txBody>
          <a:bodyPr/>
          <a:lstStyle>
            <a:lvl1pPr>
              <a:defRPr>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fld id="{ADC7DB0A-9BDE-4650-8C5E-60371A3C100A}" type="datetimeFigureOut">
              <a:rPr lang="en-US" smtClean="0"/>
              <a:t>11/4/2022</a:t>
            </a:fld>
            <a:endParaRPr lang="en-US"/>
          </a:p>
        </p:txBody>
      </p:sp>
      <p:sp>
        <p:nvSpPr>
          <p:cNvPr id="8" name="Footer Placeholder 4"/>
          <p:cNvSpPr>
            <a:spLocks noGrp="1"/>
          </p:cNvSpPr>
          <p:nvPr>
            <p:ph type="ftr" sz="quarter" idx="11"/>
          </p:nvPr>
        </p:nvSpPr>
        <p:spPr/>
        <p:txBody>
          <a:bodyPr/>
          <a:lstStyle>
            <a:lvl1pPr>
              <a:defRPr/>
            </a:lvl1pPr>
          </a:lstStyle>
          <a:p>
            <a:endParaRPr lang="en-US"/>
          </a:p>
        </p:txBody>
      </p:sp>
      <p:sp>
        <p:nvSpPr>
          <p:cNvPr id="9" name="Slide Number Placeholder 5"/>
          <p:cNvSpPr>
            <a:spLocks noGrp="1"/>
          </p:cNvSpPr>
          <p:nvPr>
            <p:ph type="sldNum" sz="quarter" idx="12"/>
          </p:nvPr>
        </p:nvSpPr>
        <p:spPr/>
        <p:txBody>
          <a:bodyPr/>
          <a:lstStyle>
            <a:lvl1pPr>
              <a:defRPr/>
            </a:lvl1pPr>
          </a:lstStyle>
          <a:p>
            <a:fld id="{242B4457-79FF-4660-B984-F5C3D8FDBABC}" type="slidenum">
              <a:rPr lang="en-US" smtClean="0"/>
              <a:t>‹#›</a:t>
            </a:fld>
            <a:endParaRPr lang="en-US"/>
          </a:p>
        </p:txBody>
      </p:sp>
      <p:pic>
        <p:nvPicPr>
          <p:cNvPr id="12" name="Picture Placeholder 10"/>
          <p:cNvPicPr>
            <a:picLocks noChangeAspect="1"/>
          </p:cNvPicPr>
          <p:nvPr userDrawn="1"/>
        </p:nvPicPr>
        <p:blipFill>
          <a:blip r:embed="rId2" cstate="print">
            <a:extLst>
              <a:ext uri="{28A0092B-C50C-407E-A947-70E740481C1C}">
                <a14:useLocalDpi xmlns:a14="http://schemas.microsoft.com/office/drawing/2010/main" val="0"/>
              </a:ext>
            </a:extLst>
          </a:blip>
          <a:srcRect t="3326" b="3326"/>
          <a:stretch>
            <a:fillRect/>
          </a:stretch>
        </p:blipFill>
        <p:spPr bwMode="auto">
          <a:xfrm>
            <a:off x="11016343" y="244838"/>
            <a:ext cx="897482" cy="1078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932670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5963783"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ADC7DB0A-9BDE-4650-8C5E-60371A3C100A}" type="datetimeFigureOut">
              <a:rPr lang="en-US" smtClean="0"/>
              <a:t>11/4/2022</a:t>
            </a:fld>
            <a:endParaRPr lang="en-US"/>
          </a:p>
        </p:txBody>
      </p:sp>
      <p:sp>
        <p:nvSpPr>
          <p:cNvPr id="6" name="Footer Placeholder 4"/>
          <p:cNvSpPr>
            <a:spLocks noGrp="1"/>
          </p:cNvSpPr>
          <p:nvPr>
            <p:ph type="ftr" sz="quarter" idx="11"/>
          </p:nvPr>
        </p:nvSpPr>
        <p:spPr/>
        <p:txBody>
          <a:bodyPr/>
          <a:lstStyle>
            <a:lvl1pPr>
              <a:defRPr/>
            </a:lvl1pPr>
          </a:lstStyle>
          <a:p>
            <a:endParaRPr lang="en-US"/>
          </a:p>
        </p:txBody>
      </p:sp>
      <p:sp>
        <p:nvSpPr>
          <p:cNvPr id="7" name="Slide Number Placeholder 5"/>
          <p:cNvSpPr>
            <a:spLocks noGrp="1"/>
          </p:cNvSpPr>
          <p:nvPr>
            <p:ph type="sldNum" sz="quarter" idx="12"/>
          </p:nvPr>
        </p:nvSpPr>
        <p:spPr/>
        <p:txBody>
          <a:bodyPr/>
          <a:lstStyle>
            <a:lvl1pPr>
              <a:defRPr/>
            </a:lvl1pPr>
          </a:lstStyle>
          <a:p>
            <a:fld id="{242B4457-79FF-4660-B984-F5C3D8FDBABC}" type="slidenum">
              <a:rPr lang="en-US" smtClean="0"/>
              <a:t>‹#›</a:t>
            </a:fld>
            <a:endParaRPr lang="en-US"/>
          </a:p>
        </p:txBody>
      </p:sp>
      <p:pic>
        <p:nvPicPr>
          <p:cNvPr id="10" name="Picture Placeholder 10"/>
          <p:cNvPicPr>
            <a:picLocks noChangeAspect="1"/>
          </p:cNvPicPr>
          <p:nvPr userDrawn="1"/>
        </p:nvPicPr>
        <p:blipFill>
          <a:blip r:embed="rId2" cstate="print">
            <a:extLst>
              <a:ext uri="{28A0092B-C50C-407E-A947-70E740481C1C}">
                <a14:useLocalDpi xmlns:a14="http://schemas.microsoft.com/office/drawing/2010/main" val="0"/>
              </a:ext>
            </a:extLst>
          </a:blip>
          <a:srcRect t="3326" b="3326"/>
          <a:stretch>
            <a:fillRect/>
          </a:stretch>
        </p:blipFill>
        <p:spPr bwMode="auto">
          <a:xfrm>
            <a:off x="11016343" y="244838"/>
            <a:ext cx="897482" cy="1078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280723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264268" y="24657"/>
            <a:ext cx="10012680" cy="1325563"/>
          </a:xfrm>
        </p:spPr>
        <p:txBody>
          <a:bodyPr/>
          <a:lstStyle>
            <a:lvl1pPr>
              <a:defRPr>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Date Placeholder 3"/>
          <p:cNvSpPr>
            <a:spLocks noGrp="1"/>
          </p:cNvSpPr>
          <p:nvPr>
            <p:ph type="dt" sz="half" idx="10"/>
          </p:nvPr>
        </p:nvSpPr>
        <p:spPr/>
        <p:txBody>
          <a:bodyPr/>
          <a:lstStyle>
            <a:lvl1pPr>
              <a:defRPr/>
            </a:lvl1pPr>
          </a:lstStyle>
          <a:p>
            <a:fld id="{ADC7DB0A-9BDE-4650-8C5E-60371A3C100A}" type="datetimeFigureOut">
              <a:rPr lang="en-US" smtClean="0"/>
              <a:t>11/4/2022</a:t>
            </a:fld>
            <a:endParaRPr lang="en-US"/>
          </a:p>
        </p:txBody>
      </p:sp>
      <p:sp>
        <p:nvSpPr>
          <p:cNvPr id="4" name="Footer Placeholder 4"/>
          <p:cNvSpPr>
            <a:spLocks noGrp="1"/>
          </p:cNvSpPr>
          <p:nvPr>
            <p:ph type="ftr" sz="quarter" idx="11"/>
          </p:nvPr>
        </p:nvSpPr>
        <p:spPr/>
        <p:txBody>
          <a:bodyPr/>
          <a:lstStyle>
            <a:lvl1pPr>
              <a:defRPr/>
            </a:lvl1pPr>
          </a:lstStyle>
          <a:p>
            <a:endParaRPr lang="en-US"/>
          </a:p>
        </p:txBody>
      </p:sp>
      <p:sp>
        <p:nvSpPr>
          <p:cNvPr id="5" name="Slide Number Placeholder 5"/>
          <p:cNvSpPr>
            <a:spLocks noGrp="1"/>
          </p:cNvSpPr>
          <p:nvPr>
            <p:ph type="sldNum" sz="quarter" idx="12"/>
          </p:nvPr>
        </p:nvSpPr>
        <p:spPr/>
        <p:txBody>
          <a:bodyPr/>
          <a:lstStyle>
            <a:lvl1pPr>
              <a:defRPr/>
            </a:lvl1pPr>
          </a:lstStyle>
          <a:p>
            <a:fld id="{242B4457-79FF-4660-B984-F5C3D8FDBABC}" type="slidenum">
              <a:rPr lang="en-US" smtClean="0"/>
              <a:t>‹#›</a:t>
            </a:fld>
            <a:endParaRPr lang="en-US"/>
          </a:p>
        </p:txBody>
      </p:sp>
      <p:pic>
        <p:nvPicPr>
          <p:cNvPr id="8" name="Picture Placeholder 10"/>
          <p:cNvPicPr>
            <a:picLocks noChangeAspect="1"/>
          </p:cNvPicPr>
          <p:nvPr userDrawn="1"/>
        </p:nvPicPr>
        <p:blipFill>
          <a:blip r:embed="rId2" cstate="print">
            <a:extLst>
              <a:ext uri="{28A0092B-C50C-407E-A947-70E740481C1C}">
                <a14:useLocalDpi xmlns:a14="http://schemas.microsoft.com/office/drawing/2010/main" val="0"/>
              </a:ext>
            </a:extLst>
          </a:blip>
          <a:srcRect t="3326" b="3326"/>
          <a:stretch>
            <a:fillRect/>
          </a:stretch>
        </p:blipFill>
        <p:spPr bwMode="auto">
          <a:xfrm>
            <a:off x="11016343" y="244838"/>
            <a:ext cx="897482" cy="1078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60403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ADC7DB0A-9BDE-4650-8C5E-60371A3C100A}" type="datetimeFigureOut">
              <a:rPr lang="en-US" smtClean="0"/>
              <a:t>11/4/2022</a:t>
            </a:fld>
            <a:endParaRPr lang="en-US"/>
          </a:p>
        </p:txBody>
      </p:sp>
      <p:sp>
        <p:nvSpPr>
          <p:cNvPr id="3" name="Footer Placeholder 4"/>
          <p:cNvSpPr>
            <a:spLocks noGrp="1"/>
          </p:cNvSpPr>
          <p:nvPr>
            <p:ph type="ftr" sz="quarter" idx="11"/>
          </p:nvPr>
        </p:nvSpPr>
        <p:spPr/>
        <p:txBody>
          <a:bodyPr/>
          <a:lstStyle>
            <a:lvl1pPr>
              <a:defRPr/>
            </a:lvl1pPr>
          </a:lstStyle>
          <a:p>
            <a:endParaRPr lang="en-US"/>
          </a:p>
        </p:txBody>
      </p:sp>
      <p:sp>
        <p:nvSpPr>
          <p:cNvPr id="4" name="Slide Number Placeholder 5"/>
          <p:cNvSpPr>
            <a:spLocks noGrp="1"/>
          </p:cNvSpPr>
          <p:nvPr>
            <p:ph type="sldNum" sz="quarter" idx="12"/>
          </p:nvPr>
        </p:nvSpPr>
        <p:spPr/>
        <p:txBody>
          <a:bodyPr/>
          <a:lstStyle>
            <a:lvl1pPr>
              <a:defRPr/>
            </a:lvl1pPr>
          </a:lstStyle>
          <a:p>
            <a:fld id="{242B4457-79FF-4660-B984-F5C3D8FDBABC}" type="slidenum">
              <a:rPr lang="en-US" smtClean="0"/>
              <a:t>‹#›</a:t>
            </a:fld>
            <a:endParaRPr lang="en-US"/>
          </a:p>
        </p:txBody>
      </p:sp>
      <p:pic>
        <p:nvPicPr>
          <p:cNvPr id="7" name="Picture Placeholder 10"/>
          <p:cNvPicPr>
            <a:picLocks noChangeAspect="1"/>
          </p:cNvPicPr>
          <p:nvPr userDrawn="1"/>
        </p:nvPicPr>
        <p:blipFill>
          <a:blip r:embed="rId2" cstate="print">
            <a:extLst>
              <a:ext uri="{28A0092B-C50C-407E-A947-70E740481C1C}">
                <a14:useLocalDpi xmlns:a14="http://schemas.microsoft.com/office/drawing/2010/main" val="0"/>
              </a:ext>
            </a:extLst>
          </a:blip>
          <a:srcRect t="3326" b="3326"/>
          <a:stretch>
            <a:fillRect/>
          </a:stretch>
        </p:blipFill>
        <p:spPr bwMode="auto">
          <a:xfrm>
            <a:off x="11016343" y="244838"/>
            <a:ext cx="897482" cy="1078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119379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ADC7DB0A-9BDE-4650-8C5E-60371A3C100A}" type="datetimeFigureOut">
              <a:rPr lang="en-US" smtClean="0"/>
              <a:t>11/4/2022</a:t>
            </a:fld>
            <a:endParaRPr lang="en-US"/>
          </a:p>
        </p:txBody>
      </p:sp>
      <p:sp>
        <p:nvSpPr>
          <p:cNvPr id="3" name="Footer Placeholder 4"/>
          <p:cNvSpPr>
            <a:spLocks noGrp="1"/>
          </p:cNvSpPr>
          <p:nvPr>
            <p:ph type="ftr" sz="quarter" idx="11"/>
          </p:nvPr>
        </p:nvSpPr>
        <p:spPr/>
        <p:txBody>
          <a:bodyPr/>
          <a:lstStyle>
            <a:lvl1pPr>
              <a:defRPr/>
            </a:lvl1pPr>
          </a:lstStyle>
          <a:p>
            <a:endParaRPr lang="en-US"/>
          </a:p>
        </p:txBody>
      </p:sp>
      <p:sp>
        <p:nvSpPr>
          <p:cNvPr id="4" name="Slide Number Placeholder 5"/>
          <p:cNvSpPr>
            <a:spLocks noGrp="1"/>
          </p:cNvSpPr>
          <p:nvPr>
            <p:ph type="sldNum" sz="quarter" idx="12"/>
          </p:nvPr>
        </p:nvSpPr>
        <p:spPr/>
        <p:txBody>
          <a:bodyPr/>
          <a:lstStyle>
            <a:lvl1pPr>
              <a:defRPr/>
            </a:lvl1pPr>
          </a:lstStyle>
          <a:p>
            <a:fld id="{242B4457-79FF-4660-B984-F5C3D8FDBABC}" type="slidenum">
              <a:rPr lang="en-US" smtClean="0"/>
              <a:t>‹#›</a:t>
            </a:fld>
            <a:endParaRPr lang="en-US"/>
          </a:p>
        </p:txBody>
      </p:sp>
    </p:spTree>
    <p:extLst>
      <p:ext uri="{BB962C8B-B14F-4D97-AF65-F5344CB8AC3E}">
        <p14:creationId xmlns:p14="http://schemas.microsoft.com/office/powerpoint/2010/main" val="10682975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solidFill>
                  <a:schemeClr val="bg1"/>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normAutofit/>
          </a:bodyPr>
          <a:lstStyle>
            <a:lvl1pPr marL="0" indent="0" algn="ctr">
              <a:buNone/>
              <a:defRPr sz="320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bg1"/>
                </a:solidFill>
                <a:latin typeface="Arial" panose="020B0604020202020204" pitchFamily="34" charset="0"/>
                <a:cs typeface="Arial" panose="020B0604020202020204" pitchFamily="34" charset="0"/>
              </a:defRPr>
            </a:lvl1pPr>
          </a:lstStyle>
          <a:p>
            <a:fld id="{ADC7DB0A-9BDE-4650-8C5E-60371A3C100A}" type="datetimeFigureOut">
              <a:rPr lang="en-US" smtClean="0"/>
              <a:pPr/>
              <a:t>11/4/2022</a:t>
            </a:fld>
            <a:endParaRPr lang="en-US"/>
          </a:p>
        </p:txBody>
      </p:sp>
      <p:sp>
        <p:nvSpPr>
          <p:cNvPr id="5" name="Footer Placeholder 4"/>
          <p:cNvSpPr>
            <a:spLocks noGrp="1"/>
          </p:cNvSpPr>
          <p:nvPr>
            <p:ph type="ftr" sz="quarter" idx="11"/>
          </p:nvPr>
        </p:nvSpPr>
        <p:spPr/>
        <p:txBody>
          <a:bodyPr/>
          <a:lstStyle>
            <a:lvl1pPr>
              <a:defRPr>
                <a:solidFill>
                  <a:schemeClr val="bg1"/>
                </a:solidFill>
                <a:latin typeface="Arial" panose="020B0604020202020204" pitchFamily="34" charset="0"/>
                <a:cs typeface="Arial" panose="020B0604020202020204" pitchFamily="34" charset="0"/>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bg1"/>
                </a:solidFill>
                <a:latin typeface="Arial" panose="020B0604020202020204" pitchFamily="34" charset="0"/>
                <a:cs typeface="Arial" panose="020B0604020202020204" pitchFamily="34" charset="0"/>
              </a:defRPr>
            </a:lvl1pPr>
          </a:lstStyle>
          <a:p>
            <a:fld id="{242B4457-79FF-4660-B984-F5C3D8FDBABC}" type="slidenum">
              <a:rPr lang="en-US" smtClean="0"/>
              <a:pPr/>
              <a:t>‹#›</a:t>
            </a:fld>
            <a:endParaRPr lang="en-US"/>
          </a:p>
        </p:txBody>
      </p:sp>
      <p:grpSp>
        <p:nvGrpSpPr>
          <p:cNvPr id="9" name="Group 15">
            <a:extLst>
              <a:ext uri="{FF2B5EF4-FFF2-40B4-BE49-F238E27FC236}">
                <a16:creationId xmlns:a16="http://schemas.microsoft.com/office/drawing/2014/main" id="{0E6B8CAD-0E21-4A06-9F9B-1C496EFB1CE5}"/>
              </a:ext>
            </a:extLst>
          </p:cNvPr>
          <p:cNvGrpSpPr>
            <a:grpSpLocks/>
          </p:cNvGrpSpPr>
          <p:nvPr userDrawn="1"/>
        </p:nvGrpSpPr>
        <p:grpSpPr bwMode="auto">
          <a:xfrm>
            <a:off x="11282901" y="75302"/>
            <a:ext cx="817893" cy="1078865"/>
            <a:chOff x="963826" y="1033255"/>
            <a:chExt cx="3896535" cy="5036984"/>
          </a:xfrm>
        </p:grpSpPr>
        <p:pic>
          <p:nvPicPr>
            <p:cNvPr id="10" name="Picture 16">
              <a:extLst>
                <a:ext uri="{FF2B5EF4-FFF2-40B4-BE49-F238E27FC236}">
                  <a16:creationId xmlns:a16="http://schemas.microsoft.com/office/drawing/2014/main" id="{A46AC958-7C92-4EE9-BC50-F97755AF33EC}"/>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63826" y="1033255"/>
              <a:ext cx="3896535" cy="5036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Oval 10">
              <a:extLst>
                <a:ext uri="{FF2B5EF4-FFF2-40B4-BE49-F238E27FC236}">
                  <a16:creationId xmlns:a16="http://schemas.microsoft.com/office/drawing/2014/main" id="{38BF7AD1-BC4E-4573-A10C-162C4E218F4C}"/>
                </a:ext>
              </a:extLst>
            </p:cNvPr>
            <p:cNvSpPr/>
            <p:nvPr/>
          </p:nvSpPr>
          <p:spPr>
            <a:xfrm>
              <a:off x="1892232" y="2662111"/>
              <a:ext cx="2607012" cy="2607012"/>
            </a:xfrm>
            <a:prstGeom prst="ellipse">
              <a:avLst/>
            </a:prstGeom>
            <a:solidFill>
              <a:schemeClr val="bg1"/>
            </a:solidFill>
            <a:ln w="3175">
              <a:noFill/>
            </a:ln>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12" name="Picture 22">
              <a:extLst>
                <a:ext uri="{FF2B5EF4-FFF2-40B4-BE49-F238E27FC236}">
                  <a16:creationId xmlns:a16="http://schemas.microsoft.com/office/drawing/2014/main" id="{63D9BDA3-30F4-44CE-8DB7-FEA57BFA5E6A}"/>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83397" y="3061514"/>
              <a:ext cx="1824681" cy="18246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7851373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solidFill>
                  <a:schemeClr val="bg1"/>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normAutofit/>
          </a:bodyPr>
          <a:lstStyle>
            <a:lvl1pPr marL="0" indent="0" algn="ctr">
              <a:buNone/>
              <a:defRPr sz="320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bg1"/>
                </a:solidFill>
                <a:latin typeface="Arial" panose="020B0604020202020204" pitchFamily="34" charset="0"/>
                <a:cs typeface="Arial" panose="020B0604020202020204" pitchFamily="34" charset="0"/>
              </a:defRPr>
            </a:lvl1pPr>
          </a:lstStyle>
          <a:p>
            <a:fld id="{ADC7DB0A-9BDE-4650-8C5E-60371A3C100A}" type="datetimeFigureOut">
              <a:rPr lang="en-US" smtClean="0"/>
              <a:pPr/>
              <a:t>11/4/2022</a:t>
            </a:fld>
            <a:endParaRPr lang="en-US"/>
          </a:p>
        </p:txBody>
      </p:sp>
      <p:sp>
        <p:nvSpPr>
          <p:cNvPr id="5" name="Footer Placeholder 4"/>
          <p:cNvSpPr>
            <a:spLocks noGrp="1"/>
          </p:cNvSpPr>
          <p:nvPr>
            <p:ph type="ftr" sz="quarter" idx="11"/>
          </p:nvPr>
        </p:nvSpPr>
        <p:spPr/>
        <p:txBody>
          <a:bodyPr/>
          <a:lstStyle>
            <a:lvl1pPr>
              <a:defRPr>
                <a:solidFill>
                  <a:schemeClr val="bg1"/>
                </a:solidFill>
                <a:latin typeface="Arial" panose="020B0604020202020204" pitchFamily="34" charset="0"/>
                <a:cs typeface="Arial" panose="020B0604020202020204" pitchFamily="34" charset="0"/>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bg1"/>
                </a:solidFill>
                <a:latin typeface="Arial" panose="020B0604020202020204" pitchFamily="34" charset="0"/>
                <a:cs typeface="Arial" panose="020B0604020202020204" pitchFamily="34" charset="0"/>
              </a:defRPr>
            </a:lvl1pPr>
          </a:lstStyle>
          <a:p>
            <a:fld id="{242B4457-79FF-4660-B984-F5C3D8FDBABC}" type="slidenum">
              <a:rPr lang="en-US" smtClean="0"/>
              <a:pPr/>
              <a:t>‹#›</a:t>
            </a:fld>
            <a:endParaRPr lang="en-US"/>
          </a:p>
        </p:txBody>
      </p:sp>
    </p:spTree>
    <p:extLst>
      <p:ext uri="{BB962C8B-B14F-4D97-AF65-F5344CB8AC3E}">
        <p14:creationId xmlns:p14="http://schemas.microsoft.com/office/powerpoint/2010/main" val="22314228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05902" y="24211"/>
            <a:ext cx="9995263" cy="1325563"/>
          </a:xfrm>
        </p:spPr>
        <p:txBody>
          <a:bodyPr/>
          <a:lstStyle>
            <a:lvl1pPr>
              <a:defRPr>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fld id="{ADC7DB0A-9BDE-4650-8C5E-60371A3C100A}" type="datetimeFigureOut">
              <a:rPr lang="en-US" smtClean="0"/>
              <a:t>11/4/2022</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242B4457-79FF-4660-B984-F5C3D8FDBABC}" type="slidenum">
              <a:rPr lang="en-US" smtClean="0"/>
              <a:t>‹#›</a:t>
            </a:fld>
            <a:endParaRPr lang="en-US"/>
          </a:p>
        </p:txBody>
      </p:sp>
      <p:grpSp>
        <p:nvGrpSpPr>
          <p:cNvPr id="8" name="Group 15">
            <a:extLst>
              <a:ext uri="{FF2B5EF4-FFF2-40B4-BE49-F238E27FC236}">
                <a16:creationId xmlns:a16="http://schemas.microsoft.com/office/drawing/2014/main" id="{303CE283-BD41-48D6-B73E-B444C21D6E40}"/>
              </a:ext>
            </a:extLst>
          </p:cNvPr>
          <p:cNvGrpSpPr>
            <a:grpSpLocks/>
          </p:cNvGrpSpPr>
          <p:nvPr userDrawn="1"/>
        </p:nvGrpSpPr>
        <p:grpSpPr bwMode="auto">
          <a:xfrm>
            <a:off x="11282901" y="75302"/>
            <a:ext cx="817893" cy="1078865"/>
            <a:chOff x="963826" y="1033255"/>
            <a:chExt cx="3896535" cy="5036984"/>
          </a:xfrm>
        </p:grpSpPr>
        <p:pic>
          <p:nvPicPr>
            <p:cNvPr id="10" name="Picture 16">
              <a:extLst>
                <a:ext uri="{FF2B5EF4-FFF2-40B4-BE49-F238E27FC236}">
                  <a16:creationId xmlns:a16="http://schemas.microsoft.com/office/drawing/2014/main" id="{9CDDD244-12B4-4F68-9FD1-A897C8592B4F}"/>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63826" y="1033255"/>
              <a:ext cx="3896535" cy="5036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Oval 10">
              <a:extLst>
                <a:ext uri="{FF2B5EF4-FFF2-40B4-BE49-F238E27FC236}">
                  <a16:creationId xmlns:a16="http://schemas.microsoft.com/office/drawing/2014/main" id="{DB2EA525-785C-4D72-ADFF-24435466664C}"/>
                </a:ext>
              </a:extLst>
            </p:cNvPr>
            <p:cNvSpPr/>
            <p:nvPr/>
          </p:nvSpPr>
          <p:spPr>
            <a:xfrm>
              <a:off x="1892232" y="2662111"/>
              <a:ext cx="2607012" cy="2607012"/>
            </a:xfrm>
            <a:prstGeom prst="ellipse">
              <a:avLst/>
            </a:prstGeom>
            <a:solidFill>
              <a:schemeClr val="bg1"/>
            </a:solidFill>
            <a:ln w="3175">
              <a:noFill/>
            </a:ln>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12" name="Picture 22">
              <a:extLst>
                <a:ext uri="{FF2B5EF4-FFF2-40B4-BE49-F238E27FC236}">
                  <a16:creationId xmlns:a16="http://schemas.microsoft.com/office/drawing/2014/main" id="{C4E55419-A66C-46C5-B772-C10DD820443A}"/>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83397" y="3061514"/>
              <a:ext cx="1824681" cy="18246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895240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9995263" cy="1325563"/>
          </a:xfrm>
        </p:spPr>
        <p:txBody>
          <a:bodyPr/>
          <a:lstStyle>
            <a:lvl1pPr>
              <a:defRPr>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fld id="{D9A45F2A-C3F7-4F28-9402-8C2512E264AE}" type="datetimeFigureOut">
              <a:rPr lang="en-US" smtClean="0"/>
              <a:t>11/4/2022</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2A7588A6-4A8D-4EE7-B66C-36625211E2BF}" type="slidenum">
              <a:rPr lang="en-US" smtClean="0"/>
              <a:t>‹#›</a:t>
            </a:fld>
            <a:endParaRPr lang="en-US"/>
          </a:p>
        </p:txBody>
      </p:sp>
    </p:spTree>
    <p:extLst>
      <p:ext uri="{BB962C8B-B14F-4D97-AF65-F5344CB8AC3E}">
        <p14:creationId xmlns:p14="http://schemas.microsoft.com/office/powerpoint/2010/main" val="25074822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bg1"/>
                </a:solidFill>
                <a:latin typeface="Arial" panose="020B0604020202020204" pitchFamily="34" charset="0"/>
                <a:cs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ADC7DB0A-9BDE-4650-8C5E-60371A3C100A}" type="datetimeFigureOut">
              <a:rPr lang="en-US" smtClean="0"/>
              <a:t>11/4/2022</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242B4457-79FF-4660-B984-F5C3D8FDBABC}" type="slidenum">
              <a:rPr lang="en-US" smtClean="0"/>
              <a:t>‹#›</a:t>
            </a:fld>
            <a:endParaRPr lang="en-US"/>
          </a:p>
        </p:txBody>
      </p:sp>
      <p:grpSp>
        <p:nvGrpSpPr>
          <p:cNvPr id="8" name="Group 15">
            <a:extLst>
              <a:ext uri="{FF2B5EF4-FFF2-40B4-BE49-F238E27FC236}">
                <a16:creationId xmlns:a16="http://schemas.microsoft.com/office/drawing/2014/main" id="{A84553E3-3161-4C69-BDF0-C752108F4DD1}"/>
              </a:ext>
            </a:extLst>
          </p:cNvPr>
          <p:cNvGrpSpPr>
            <a:grpSpLocks/>
          </p:cNvGrpSpPr>
          <p:nvPr userDrawn="1"/>
        </p:nvGrpSpPr>
        <p:grpSpPr bwMode="auto">
          <a:xfrm>
            <a:off x="11282901" y="75302"/>
            <a:ext cx="817893" cy="1078865"/>
            <a:chOff x="963826" y="1033255"/>
            <a:chExt cx="3896535" cy="5036984"/>
          </a:xfrm>
        </p:grpSpPr>
        <p:pic>
          <p:nvPicPr>
            <p:cNvPr id="10" name="Picture 16">
              <a:extLst>
                <a:ext uri="{FF2B5EF4-FFF2-40B4-BE49-F238E27FC236}">
                  <a16:creationId xmlns:a16="http://schemas.microsoft.com/office/drawing/2014/main" id="{9F498199-0CDF-4F34-BE01-F9E7A56B110A}"/>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63826" y="1033255"/>
              <a:ext cx="3896535" cy="5036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Oval 10">
              <a:extLst>
                <a:ext uri="{FF2B5EF4-FFF2-40B4-BE49-F238E27FC236}">
                  <a16:creationId xmlns:a16="http://schemas.microsoft.com/office/drawing/2014/main" id="{2F6C57B1-AA33-4874-8858-71F6885860AC}"/>
                </a:ext>
              </a:extLst>
            </p:cNvPr>
            <p:cNvSpPr/>
            <p:nvPr/>
          </p:nvSpPr>
          <p:spPr>
            <a:xfrm>
              <a:off x="1892232" y="2662111"/>
              <a:ext cx="2607012" cy="2607012"/>
            </a:xfrm>
            <a:prstGeom prst="ellipse">
              <a:avLst/>
            </a:prstGeom>
            <a:solidFill>
              <a:schemeClr val="bg1"/>
            </a:solidFill>
            <a:ln w="3175">
              <a:noFill/>
            </a:ln>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12" name="Picture 22">
              <a:extLst>
                <a:ext uri="{FF2B5EF4-FFF2-40B4-BE49-F238E27FC236}">
                  <a16:creationId xmlns:a16="http://schemas.microsoft.com/office/drawing/2014/main" id="{0FE6E0DE-85A3-4EA4-AF66-237C37EF1D37}"/>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83397" y="3061514"/>
              <a:ext cx="1824681" cy="18246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26151960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244812" y="30829"/>
            <a:ext cx="10082349" cy="1325563"/>
          </a:xfrm>
        </p:spPr>
        <p:txBody>
          <a:bodyPr/>
          <a:lstStyle>
            <a:lvl1pPr>
              <a:defRPr>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fld id="{ADC7DB0A-9BDE-4650-8C5E-60371A3C100A}" type="datetimeFigureOut">
              <a:rPr lang="en-US" smtClean="0"/>
              <a:t>11/4/2022</a:t>
            </a:fld>
            <a:endParaRPr lang="en-US"/>
          </a:p>
        </p:txBody>
      </p:sp>
      <p:sp>
        <p:nvSpPr>
          <p:cNvPr id="6" name="Footer Placeholder 4"/>
          <p:cNvSpPr>
            <a:spLocks noGrp="1"/>
          </p:cNvSpPr>
          <p:nvPr>
            <p:ph type="ftr" sz="quarter" idx="11"/>
          </p:nvPr>
        </p:nvSpPr>
        <p:spPr/>
        <p:txBody>
          <a:bodyPr/>
          <a:lstStyle>
            <a:lvl1pPr>
              <a:defRPr/>
            </a:lvl1pPr>
          </a:lstStyle>
          <a:p>
            <a:endParaRPr lang="en-US"/>
          </a:p>
        </p:txBody>
      </p:sp>
      <p:sp>
        <p:nvSpPr>
          <p:cNvPr id="7" name="Slide Number Placeholder 5"/>
          <p:cNvSpPr>
            <a:spLocks noGrp="1"/>
          </p:cNvSpPr>
          <p:nvPr>
            <p:ph type="sldNum" sz="quarter" idx="12"/>
          </p:nvPr>
        </p:nvSpPr>
        <p:spPr/>
        <p:txBody>
          <a:bodyPr/>
          <a:lstStyle>
            <a:lvl1pPr>
              <a:defRPr/>
            </a:lvl1pPr>
          </a:lstStyle>
          <a:p>
            <a:fld id="{242B4457-79FF-4660-B984-F5C3D8FDBABC}" type="slidenum">
              <a:rPr lang="en-US" smtClean="0"/>
              <a:t>‹#›</a:t>
            </a:fld>
            <a:endParaRPr lang="en-US"/>
          </a:p>
        </p:txBody>
      </p:sp>
      <p:grpSp>
        <p:nvGrpSpPr>
          <p:cNvPr id="9" name="Group 15">
            <a:extLst>
              <a:ext uri="{FF2B5EF4-FFF2-40B4-BE49-F238E27FC236}">
                <a16:creationId xmlns:a16="http://schemas.microsoft.com/office/drawing/2014/main" id="{679E8465-5E23-4F14-85DB-88EE215E40F8}"/>
              </a:ext>
            </a:extLst>
          </p:cNvPr>
          <p:cNvGrpSpPr>
            <a:grpSpLocks/>
          </p:cNvGrpSpPr>
          <p:nvPr userDrawn="1"/>
        </p:nvGrpSpPr>
        <p:grpSpPr bwMode="auto">
          <a:xfrm>
            <a:off x="11282901" y="75302"/>
            <a:ext cx="817893" cy="1078865"/>
            <a:chOff x="963826" y="1033255"/>
            <a:chExt cx="3896535" cy="5036984"/>
          </a:xfrm>
        </p:grpSpPr>
        <p:pic>
          <p:nvPicPr>
            <p:cNvPr id="11" name="Picture 16">
              <a:extLst>
                <a:ext uri="{FF2B5EF4-FFF2-40B4-BE49-F238E27FC236}">
                  <a16:creationId xmlns:a16="http://schemas.microsoft.com/office/drawing/2014/main" id="{49E8AF0B-21C5-42AD-9647-8BAD883A7D91}"/>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63826" y="1033255"/>
              <a:ext cx="3896535" cy="5036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Oval 11">
              <a:extLst>
                <a:ext uri="{FF2B5EF4-FFF2-40B4-BE49-F238E27FC236}">
                  <a16:creationId xmlns:a16="http://schemas.microsoft.com/office/drawing/2014/main" id="{E031B306-6F92-47FD-8245-1174796B66CF}"/>
                </a:ext>
              </a:extLst>
            </p:cNvPr>
            <p:cNvSpPr/>
            <p:nvPr/>
          </p:nvSpPr>
          <p:spPr>
            <a:xfrm>
              <a:off x="1892232" y="2662111"/>
              <a:ext cx="2607012" cy="2607012"/>
            </a:xfrm>
            <a:prstGeom prst="ellipse">
              <a:avLst/>
            </a:prstGeom>
            <a:solidFill>
              <a:schemeClr val="bg1"/>
            </a:solidFill>
            <a:ln w="3175">
              <a:noFill/>
            </a:ln>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13" name="Picture 22">
              <a:extLst>
                <a:ext uri="{FF2B5EF4-FFF2-40B4-BE49-F238E27FC236}">
                  <a16:creationId xmlns:a16="http://schemas.microsoft.com/office/drawing/2014/main" id="{45FCA7F5-39FD-4188-9573-FA2AD9E8C8A0}"/>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83397" y="3061514"/>
              <a:ext cx="1824681" cy="18246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368176146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46401" y="14929"/>
            <a:ext cx="10028509" cy="1325563"/>
          </a:xfrm>
        </p:spPr>
        <p:txBody>
          <a:bodyPr/>
          <a:lstStyle>
            <a:lvl1pPr>
              <a:defRPr>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fld id="{ADC7DB0A-9BDE-4650-8C5E-60371A3C100A}" type="datetimeFigureOut">
              <a:rPr lang="en-US" smtClean="0"/>
              <a:t>11/4/2022</a:t>
            </a:fld>
            <a:endParaRPr lang="en-US"/>
          </a:p>
        </p:txBody>
      </p:sp>
      <p:sp>
        <p:nvSpPr>
          <p:cNvPr id="8" name="Footer Placeholder 4"/>
          <p:cNvSpPr>
            <a:spLocks noGrp="1"/>
          </p:cNvSpPr>
          <p:nvPr>
            <p:ph type="ftr" sz="quarter" idx="11"/>
          </p:nvPr>
        </p:nvSpPr>
        <p:spPr/>
        <p:txBody>
          <a:bodyPr/>
          <a:lstStyle>
            <a:lvl1pPr>
              <a:defRPr/>
            </a:lvl1pPr>
          </a:lstStyle>
          <a:p>
            <a:endParaRPr lang="en-US"/>
          </a:p>
        </p:txBody>
      </p:sp>
      <p:sp>
        <p:nvSpPr>
          <p:cNvPr id="9" name="Slide Number Placeholder 5"/>
          <p:cNvSpPr>
            <a:spLocks noGrp="1"/>
          </p:cNvSpPr>
          <p:nvPr>
            <p:ph type="sldNum" sz="quarter" idx="12"/>
          </p:nvPr>
        </p:nvSpPr>
        <p:spPr/>
        <p:txBody>
          <a:bodyPr/>
          <a:lstStyle>
            <a:lvl1pPr>
              <a:defRPr/>
            </a:lvl1pPr>
          </a:lstStyle>
          <a:p>
            <a:fld id="{242B4457-79FF-4660-B984-F5C3D8FDBABC}" type="slidenum">
              <a:rPr lang="en-US" smtClean="0"/>
              <a:t>‹#›</a:t>
            </a:fld>
            <a:endParaRPr lang="en-US"/>
          </a:p>
        </p:txBody>
      </p:sp>
      <p:grpSp>
        <p:nvGrpSpPr>
          <p:cNvPr id="11" name="Group 15">
            <a:extLst>
              <a:ext uri="{FF2B5EF4-FFF2-40B4-BE49-F238E27FC236}">
                <a16:creationId xmlns:a16="http://schemas.microsoft.com/office/drawing/2014/main" id="{27EF8C70-A5A8-4291-A574-6FD0BEE0FC74}"/>
              </a:ext>
            </a:extLst>
          </p:cNvPr>
          <p:cNvGrpSpPr>
            <a:grpSpLocks/>
          </p:cNvGrpSpPr>
          <p:nvPr userDrawn="1"/>
        </p:nvGrpSpPr>
        <p:grpSpPr bwMode="auto">
          <a:xfrm>
            <a:off x="11282901" y="75302"/>
            <a:ext cx="817893" cy="1078865"/>
            <a:chOff x="963826" y="1033255"/>
            <a:chExt cx="3896535" cy="5036984"/>
          </a:xfrm>
        </p:grpSpPr>
        <p:pic>
          <p:nvPicPr>
            <p:cNvPr id="13" name="Picture 16">
              <a:extLst>
                <a:ext uri="{FF2B5EF4-FFF2-40B4-BE49-F238E27FC236}">
                  <a16:creationId xmlns:a16="http://schemas.microsoft.com/office/drawing/2014/main" id="{85965954-3441-49D7-8B43-7B5953FA369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63826" y="1033255"/>
              <a:ext cx="3896535" cy="5036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Oval 13">
              <a:extLst>
                <a:ext uri="{FF2B5EF4-FFF2-40B4-BE49-F238E27FC236}">
                  <a16:creationId xmlns:a16="http://schemas.microsoft.com/office/drawing/2014/main" id="{9505A160-BE9E-4ECF-8EC7-91E58FF75FBE}"/>
                </a:ext>
              </a:extLst>
            </p:cNvPr>
            <p:cNvSpPr/>
            <p:nvPr/>
          </p:nvSpPr>
          <p:spPr>
            <a:xfrm>
              <a:off x="1892232" y="2662111"/>
              <a:ext cx="2607012" cy="2607012"/>
            </a:xfrm>
            <a:prstGeom prst="ellipse">
              <a:avLst/>
            </a:prstGeom>
            <a:solidFill>
              <a:schemeClr val="bg1"/>
            </a:solidFill>
            <a:ln w="3175">
              <a:noFill/>
            </a:ln>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15" name="Picture 22">
              <a:extLst>
                <a:ext uri="{FF2B5EF4-FFF2-40B4-BE49-F238E27FC236}">
                  <a16:creationId xmlns:a16="http://schemas.microsoft.com/office/drawing/2014/main" id="{ED3B1895-42AB-4256-8D8A-2B5D0ECB4297}"/>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83397" y="3061514"/>
              <a:ext cx="1824681" cy="18246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223295588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264268" y="24657"/>
            <a:ext cx="10012680" cy="1325563"/>
          </a:xfrm>
        </p:spPr>
        <p:txBody>
          <a:bodyPr/>
          <a:lstStyle>
            <a:lvl1pPr>
              <a:defRPr>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Date Placeholder 3"/>
          <p:cNvSpPr>
            <a:spLocks noGrp="1"/>
          </p:cNvSpPr>
          <p:nvPr>
            <p:ph type="dt" sz="half" idx="10"/>
          </p:nvPr>
        </p:nvSpPr>
        <p:spPr/>
        <p:txBody>
          <a:bodyPr/>
          <a:lstStyle>
            <a:lvl1pPr>
              <a:defRPr/>
            </a:lvl1pPr>
          </a:lstStyle>
          <a:p>
            <a:fld id="{ADC7DB0A-9BDE-4650-8C5E-60371A3C100A}" type="datetimeFigureOut">
              <a:rPr lang="en-US" smtClean="0"/>
              <a:t>11/4/2022</a:t>
            </a:fld>
            <a:endParaRPr lang="en-US"/>
          </a:p>
        </p:txBody>
      </p:sp>
      <p:sp>
        <p:nvSpPr>
          <p:cNvPr id="4" name="Footer Placeholder 4"/>
          <p:cNvSpPr>
            <a:spLocks noGrp="1"/>
          </p:cNvSpPr>
          <p:nvPr>
            <p:ph type="ftr" sz="quarter" idx="11"/>
          </p:nvPr>
        </p:nvSpPr>
        <p:spPr/>
        <p:txBody>
          <a:bodyPr/>
          <a:lstStyle>
            <a:lvl1pPr>
              <a:defRPr/>
            </a:lvl1pPr>
          </a:lstStyle>
          <a:p>
            <a:endParaRPr lang="en-US"/>
          </a:p>
        </p:txBody>
      </p:sp>
      <p:sp>
        <p:nvSpPr>
          <p:cNvPr id="5" name="Slide Number Placeholder 5"/>
          <p:cNvSpPr>
            <a:spLocks noGrp="1"/>
          </p:cNvSpPr>
          <p:nvPr>
            <p:ph type="sldNum" sz="quarter" idx="12"/>
          </p:nvPr>
        </p:nvSpPr>
        <p:spPr/>
        <p:txBody>
          <a:bodyPr/>
          <a:lstStyle>
            <a:lvl1pPr>
              <a:defRPr/>
            </a:lvl1pPr>
          </a:lstStyle>
          <a:p>
            <a:fld id="{242B4457-79FF-4660-B984-F5C3D8FDBABC}" type="slidenum">
              <a:rPr lang="en-US" smtClean="0"/>
              <a:t>‹#›</a:t>
            </a:fld>
            <a:endParaRPr lang="en-US"/>
          </a:p>
        </p:txBody>
      </p:sp>
      <p:grpSp>
        <p:nvGrpSpPr>
          <p:cNvPr id="7" name="Group 15">
            <a:extLst>
              <a:ext uri="{FF2B5EF4-FFF2-40B4-BE49-F238E27FC236}">
                <a16:creationId xmlns:a16="http://schemas.microsoft.com/office/drawing/2014/main" id="{E543D55A-9787-4323-8DB0-1C0D27A52FB7}"/>
              </a:ext>
            </a:extLst>
          </p:cNvPr>
          <p:cNvGrpSpPr>
            <a:grpSpLocks/>
          </p:cNvGrpSpPr>
          <p:nvPr userDrawn="1"/>
        </p:nvGrpSpPr>
        <p:grpSpPr bwMode="auto">
          <a:xfrm>
            <a:off x="11282901" y="75302"/>
            <a:ext cx="817893" cy="1078865"/>
            <a:chOff x="963826" y="1033255"/>
            <a:chExt cx="3896535" cy="5036984"/>
          </a:xfrm>
        </p:grpSpPr>
        <p:pic>
          <p:nvPicPr>
            <p:cNvPr id="9" name="Picture 16">
              <a:extLst>
                <a:ext uri="{FF2B5EF4-FFF2-40B4-BE49-F238E27FC236}">
                  <a16:creationId xmlns:a16="http://schemas.microsoft.com/office/drawing/2014/main" id="{7814FCD9-DE78-458C-87F3-5F750B8CD81A}"/>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63826" y="1033255"/>
              <a:ext cx="3896535" cy="5036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Oval 9">
              <a:extLst>
                <a:ext uri="{FF2B5EF4-FFF2-40B4-BE49-F238E27FC236}">
                  <a16:creationId xmlns:a16="http://schemas.microsoft.com/office/drawing/2014/main" id="{07CA8A89-9B10-4200-ACF2-210A333889E1}"/>
                </a:ext>
              </a:extLst>
            </p:cNvPr>
            <p:cNvSpPr/>
            <p:nvPr/>
          </p:nvSpPr>
          <p:spPr>
            <a:xfrm>
              <a:off x="1892232" y="2662111"/>
              <a:ext cx="2607012" cy="2607012"/>
            </a:xfrm>
            <a:prstGeom prst="ellipse">
              <a:avLst/>
            </a:prstGeom>
            <a:solidFill>
              <a:schemeClr val="bg1"/>
            </a:solidFill>
            <a:ln w="3175">
              <a:noFill/>
            </a:ln>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11" name="Picture 22">
              <a:extLst>
                <a:ext uri="{FF2B5EF4-FFF2-40B4-BE49-F238E27FC236}">
                  <a16:creationId xmlns:a16="http://schemas.microsoft.com/office/drawing/2014/main" id="{D48F92FA-3AF0-4769-AFE6-C2DF89BC3DAF}"/>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83397" y="3061514"/>
              <a:ext cx="1824681" cy="18246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372409673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283724" y="5202"/>
            <a:ext cx="10012680" cy="1325563"/>
          </a:xfrm>
        </p:spPr>
        <p:txBody>
          <a:bodyPr/>
          <a:lstStyle>
            <a:lvl1pPr>
              <a:defRPr>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Date Placeholder 3"/>
          <p:cNvSpPr>
            <a:spLocks noGrp="1"/>
          </p:cNvSpPr>
          <p:nvPr>
            <p:ph type="dt" sz="half" idx="10"/>
          </p:nvPr>
        </p:nvSpPr>
        <p:spPr/>
        <p:txBody>
          <a:bodyPr/>
          <a:lstStyle>
            <a:lvl1pPr>
              <a:defRPr/>
            </a:lvl1pPr>
          </a:lstStyle>
          <a:p>
            <a:fld id="{ADC7DB0A-9BDE-4650-8C5E-60371A3C100A}" type="datetimeFigureOut">
              <a:rPr lang="en-US" smtClean="0"/>
              <a:t>11/4/2022</a:t>
            </a:fld>
            <a:endParaRPr lang="en-US"/>
          </a:p>
        </p:txBody>
      </p:sp>
      <p:sp>
        <p:nvSpPr>
          <p:cNvPr id="4" name="Footer Placeholder 4"/>
          <p:cNvSpPr>
            <a:spLocks noGrp="1"/>
          </p:cNvSpPr>
          <p:nvPr>
            <p:ph type="ftr" sz="quarter" idx="11"/>
          </p:nvPr>
        </p:nvSpPr>
        <p:spPr/>
        <p:txBody>
          <a:bodyPr/>
          <a:lstStyle>
            <a:lvl1pPr>
              <a:defRPr/>
            </a:lvl1pPr>
          </a:lstStyle>
          <a:p>
            <a:endParaRPr lang="en-US"/>
          </a:p>
        </p:txBody>
      </p:sp>
      <p:sp>
        <p:nvSpPr>
          <p:cNvPr id="5" name="Slide Number Placeholder 5"/>
          <p:cNvSpPr>
            <a:spLocks noGrp="1"/>
          </p:cNvSpPr>
          <p:nvPr>
            <p:ph type="sldNum" sz="quarter" idx="12"/>
          </p:nvPr>
        </p:nvSpPr>
        <p:spPr/>
        <p:txBody>
          <a:bodyPr/>
          <a:lstStyle>
            <a:lvl1pPr>
              <a:defRPr/>
            </a:lvl1pPr>
          </a:lstStyle>
          <a:p>
            <a:fld id="{242B4457-79FF-4660-B984-F5C3D8FDBABC}" type="slidenum">
              <a:rPr lang="en-US" smtClean="0"/>
              <a:t>‹#›</a:t>
            </a:fld>
            <a:endParaRPr lang="en-US"/>
          </a:p>
        </p:txBody>
      </p:sp>
    </p:spTree>
    <p:extLst>
      <p:ext uri="{BB962C8B-B14F-4D97-AF65-F5344CB8AC3E}">
        <p14:creationId xmlns:p14="http://schemas.microsoft.com/office/powerpoint/2010/main" val="326726391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ADC7DB0A-9BDE-4650-8C5E-60371A3C100A}" type="datetimeFigureOut">
              <a:rPr lang="en-US" smtClean="0"/>
              <a:t>11/4/2022</a:t>
            </a:fld>
            <a:endParaRPr lang="en-US"/>
          </a:p>
        </p:txBody>
      </p:sp>
      <p:sp>
        <p:nvSpPr>
          <p:cNvPr id="3" name="Footer Placeholder 4"/>
          <p:cNvSpPr>
            <a:spLocks noGrp="1"/>
          </p:cNvSpPr>
          <p:nvPr>
            <p:ph type="ftr" sz="quarter" idx="11"/>
          </p:nvPr>
        </p:nvSpPr>
        <p:spPr/>
        <p:txBody>
          <a:bodyPr/>
          <a:lstStyle>
            <a:lvl1pPr>
              <a:defRPr/>
            </a:lvl1pPr>
          </a:lstStyle>
          <a:p>
            <a:endParaRPr lang="en-US"/>
          </a:p>
        </p:txBody>
      </p:sp>
      <p:sp>
        <p:nvSpPr>
          <p:cNvPr id="4" name="Slide Number Placeholder 5"/>
          <p:cNvSpPr>
            <a:spLocks noGrp="1"/>
          </p:cNvSpPr>
          <p:nvPr>
            <p:ph type="sldNum" sz="quarter" idx="12"/>
          </p:nvPr>
        </p:nvSpPr>
        <p:spPr/>
        <p:txBody>
          <a:bodyPr/>
          <a:lstStyle>
            <a:lvl1pPr>
              <a:defRPr/>
            </a:lvl1pPr>
          </a:lstStyle>
          <a:p>
            <a:fld id="{242B4457-79FF-4660-B984-F5C3D8FDBABC}" type="slidenum">
              <a:rPr lang="en-US" smtClean="0"/>
              <a:t>‹#›</a:t>
            </a:fld>
            <a:endParaRPr lang="en-US"/>
          </a:p>
        </p:txBody>
      </p:sp>
      <p:grpSp>
        <p:nvGrpSpPr>
          <p:cNvPr id="6" name="Group 15">
            <a:extLst>
              <a:ext uri="{FF2B5EF4-FFF2-40B4-BE49-F238E27FC236}">
                <a16:creationId xmlns:a16="http://schemas.microsoft.com/office/drawing/2014/main" id="{511AE9B6-5DBE-4611-B5C8-347988747DE1}"/>
              </a:ext>
            </a:extLst>
          </p:cNvPr>
          <p:cNvGrpSpPr>
            <a:grpSpLocks/>
          </p:cNvGrpSpPr>
          <p:nvPr userDrawn="1"/>
        </p:nvGrpSpPr>
        <p:grpSpPr bwMode="auto">
          <a:xfrm>
            <a:off x="11282901" y="75302"/>
            <a:ext cx="817893" cy="1078865"/>
            <a:chOff x="963826" y="1033255"/>
            <a:chExt cx="3896535" cy="5036984"/>
          </a:xfrm>
        </p:grpSpPr>
        <p:pic>
          <p:nvPicPr>
            <p:cNvPr id="8" name="Picture 16">
              <a:extLst>
                <a:ext uri="{FF2B5EF4-FFF2-40B4-BE49-F238E27FC236}">
                  <a16:creationId xmlns:a16="http://schemas.microsoft.com/office/drawing/2014/main" id="{F2A33721-5195-4E05-AF34-767B8E40F060}"/>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63826" y="1033255"/>
              <a:ext cx="3896535" cy="5036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Oval 8">
              <a:extLst>
                <a:ext uri="{FF2B5EF4-FFF2-40B4-BE49-F238E27FC236}">
                  <a16:creationId xmlns:a16="http://schemas.microsoft.com/office/drawing/2014/main" id="{E75C806E-AC37-4366-86EC-F51AB91C673A}"/>
                </a:ext>
              </a:extLst>
            </p:cNvPr>
            <p:cNvSpPr/>
            <p:nvPr/>
          </p:nvSpPr>
          <p:spPr>
            <a:xfrm>
              <a:off x="1892232" y="2662111"/>
              <a:ext cx="2607012" cy="2607012"/>
            </a:xfrm>
            <a:prstGeom prst="ellipse">
              <a:avLst/>
            </a:prstGeom>
            <a:solidFill>
              <a:schemeClr val="bg1"/>
            </a:solidFill>
            <a:ln w="3175">
              <a:noFill/>
            </a:ln>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10" name="Picture 22">
              <a:extLst>
                <a:ext uri="{FF2B5EF4-FFF2-40B4-BE49-F238E27FC236}">
                  <a16:creationId xmlns:a16="http://schemas.microsoft.com/office/drawing/2014/main" id="{04EB37B9-2633-489B-BEE1-C1C414808C08}"/>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83397" y="3061514"/>
              <a:ext cx="1824681" cy="18246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32953292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ADC7DB0A-9BDE-4650-8C5E-60371A3C100A}" type="datetimeFigureOut">
              <a:rPr lang="en-US" smtClean="0"/>
              <a:t>11/4/2022</a:t>
            </a:fld>
            <a:endParaRPr lang="en-US"/>
          </a:p>
        </p:txBody>
      </p:sp>
      <p:sp>
        <p:nvSpPr>
          <p:cNvPr id="3" name="Footer Placeholder 4"/>
          <p:cNvSpPr>
            <a:spLocks noGrp="1"/>
          </p:cNvSpPr>
          <p:nvPr>
            <p:ph type="ftr" sz="quarter" idx="11"/>
          </p:nvPr>
        </p:nvSpPr>
        <p:spPr/>
        <p:txBody>
          <a:bodyPr/>
          <a:lstStyle>
            <a:lvl1pPr>
              <a:defRPr/>
            </a:lvl1pPr>
          </a:lstStyle>
          <a:p>
            <a:endParaRPr lang="en-US"/>
          </a:p>
        </p:txBody>
      </p:sp>
      <p:sp>
        <p:nvSpPr>
          <p:cNvPr id="4" name="Slide Number Placeholder 5"/>
          <p:cNvSpPr>
            <a:spLocks noGrp="1"/>
          </p:cNvSpPr>
          <p:nvPr>
            <p:ph type="sldNum" sz="quarter" idx="12"/>
          </p:nvPr>
        </p:nvSpPr>
        <p:spPr/>
        <p:txBody>
          <a:bodyPr/>
          <a:lstStyle>
            <a:lvl1pPr>
              <a:defRPr/>
            </a:lvl1pPr>
          </a:lstStyle>
          <a:p>
            <a:fld id="{242B4457-79FF-4660-B984-F5C3D8FDBABC}" type="slidenum">
              <a:rPr lang="en-US" smtClean="0"/>
              <a:t>‹#›</a:t>
            </a:fld>
            <a:endParaRPr lang="en-US"/>
          </a:p>
        </p:txBody>
      </p:sp>
    </p:spTree>
    <p:extLst>
      <p:ext uri="{BB962C8B-B14F-4D97-AF65-F5344CB8AC3E}">
        <p14:creationId xmlns:p14="http://schemas.microsoft.com/office/powerpoint/2010/main" val="86206276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5963783"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ADC7DB0A-9BDE-4650-8C5E-60371A3C100A}" type="datetimeFigureOut">
              <a:rPr lang="en-US" smtClean="0"/>
              <a:t>11/4/2022</a:t>
            </a:fld>
            <a:endParaRPr lang="en-US"/>
          </a:p>
        </p:txBody>
      </p:sp>
      <p:sp>
        <p:nvSpPr>
          <p:cNvPr id="6" name="Footer Placeholder 4"/>
          <p:cNvSpPr>
            <a:spLocks noGrp="1"/>
          </p:cNvSpPr>
          <p:nvPr>
            <p:ph type="ftr" sz="quarter" idx="11"/>
          </p:nvPr>
        </p:nvSpPr>
        <p:spPr/>
        <p:txBody>
          <a:bodyPr/>
          <a:lstStyle>
            <a:lvl1pPr>
              <a:defRPr/>
            </a:lvl1pPr>
          </a:lstStyle>
          <a:p>
            <a:endParaRPr lang="en-US"/>
          </a:p>
        </p:txBody>
      </p:sp>
      <p:sp>
        <p:nvSpPr>
          <p:cNvPr id="7" name="Slide Number Placeholder 5"/>
          <p:cNvSpPr>
            <a:spLocks noGrp="1"/>
          </p:cNvSpPr>
          <p:nvPr>
            <p:ph type="sldNum" sz="quarter" idx="12"/>
          </p:nvPr>
        </p:nvSpPr>
        <p:spPr/>
        <p:txBody>
          <a:bodyPr/>
          <a:lstStyle>
            <a:lvl1pPr>
              <a:defRPr/>
            </a:lvl1pPr>
          </a:lstStyle>
          <a:p>
            <a:fld id="{242B4457-79FF-4660-B984-F5C3D8FDBABC}" type="slidenum">
              <a:rPr lang="en-US" smtClean="0"/>
              <a:t>‹#›</a:t>
            </a:fld>
            <a:endParaRPr lang="en-US"/>
          </a:p>
        </p:txBody>
      </p:sp>
      <p:grpSp>
        <p:nvGrpSpPr>
          <p:cNvPr id="9" name="Group 15">
            <a:extLst>
              <a:ext uri="{FF2B5EF4-FFF2-40B4-BE49-F238E27FC236}">
                <a16:creationId xmlns:a16="http://schemas.microsoft.com/office/drawing/2014/main" id="{4BADC890-74DF-406A-9C43-B2686796B602}"/>
              </a:ext>
            </a:extLst>
          </p:cNvPr>
          <p:cNvGrpSpPr>
            <a:grpSpLocks/>
          </p:cNvGrpSpPr>
          <p:nvPr userDrawn="1"/>
        </p:nvGrpSpPr>
        <p:grpSpPr bwMode="auto">
          <a:xfrm>
            <a:off x="11282901" y="75302"/>
            <a:ext cx="817893" cy="1078865"/>
            <a:chOff x="963826" y="1033255"/>
            <a:chExt cx="3896535" cy="5036984"/>
          </a:xfrm>
        </p:grpSpPr>
        <p:pic>
          <p:nvPicPr>
            <p:cNvPr id="11" name="Picture 16">
              <a:extLst>
                <a:ext uri="{FF2B5EF4-FFF2-40B4-BE49-F238E27FC236}">
                  <a16:creationId xmlns:a16="http://schemas.microsoft.com/office/drawing/2014/main" id="{BF75263E-BE6A-4FC5-9307-37006511DDE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63826" y="1033255"/>
              <a:ext cx="3896535" cy="5036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Oval 11">
              <a:extLst>
                <a:ext uri="{FF2B5EF4-FFF2-40B4-BE49-F238E27FC236}">
                  <a16:creationId xmlns:a16="http://schemas.microsoft.com/office/drawing/2014/main" id="{65637E57-FE4F-4749-A583-D4A7202FB020}"/>
                </a:ext>
              </a:extLst>
            </p:cNvPr>
            <p:cNvSpPr/>
            <p:nvPr/>
          </p:nvSpPr>
          <p:spPr>
            <a:xfrm>
              <a:off x="1892232" y="2662111"/>
              <a:ext cx="2607012" cy="2607012"/>
            </a:xfrm>
            <a:prstGeom prst="ellipse">
              <a:avLst/>
            </a:prstGeom>
            <a:solidFill>
              <a:schemeClr val="bg1"/>
            </a:solidFill>
            <a:ln w="3175">
              <a:noFill/>
            </a:ln>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13" name="Picture 22">
              <a:extLst>
                <a:ext uri="{FF2B5EF4-FFF2-40B4-BE49-F238E27FC236}">
                  <a16:creationId xmlns:a16="http://schemas.microsoft.com/office/drawing/2014/main" id="{1EF48442-056A-4CA4-B623-A34477F95D2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83397" y="3061514"/>
              <a:ext cx="1824681" cy="18246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57786419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ADC7DB0A-9BDE-4650-8C5E-60371A3C100A}" type="datetimeFigureOut">
              <a:rPr lang="en-US" smtClean="0"/>
              <a:t>11/4/2022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2B4457-79FF-4660-B984-F5C3D8FDBABC}" type="slidenum">
              <a:rPr lang="en-US" smtClean="0"/>
              <a:t>‹#›</a:t>
            </a:fld>
            <a:endParaRPr lang="en-US"/>
          </a:p>
        </p:txBody>
      </p:sp>
    </p:spTree>
    <p:extLst>
      <p:ext uri="{BB962C8B-B14F-4D97-AF65-F5344CB8AC3E}">
        <p14:creationId xmlns:p14="http://schemas.microsoft.com/office/powerpoint/2010/main" val="260117268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2_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012680" cy="1325563"/>
          </a:xfrm>
        </p:spPr>
        <p:txBody>
          <a:bodyPr/>
          <a:lstStyle>
            <a:lvl1pPr>
              <a:defRPr>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Date Placeholder 3"/>
          <p:cNvSpPr>
            <a:spLocks noGrp="1"/>
          </p:cNvSpPr>
          <p:nvPr>
            <p:ph type="dt" sz="half" idx="10"/>
          </p:nvPr>
        </p:nvSpPr>
        <p:spPr/>
        <p:txBody>
          <a:bodyPr/>
          <a:lstStyle>
            <a:lvl1pPr>
              <a:defRPr/>
            </a:lvl1pPr>
          </a:lstStyle>
          <a:p>
            <a:fld id="{D9A45F2A-C3F7-4F28-9402-8C2512E264AE}" type="datetimeFigureOut">
              <a:rPr lang="en-US" smtClean="0"/>
              <a:t>11/4/2022</a:t>
            </a:fld>
            <a:endParaRPr lang="en-US"/>
          </a:p>
        </p:txBody>
      </p:sp>
      <p:sp>
        <p:nvSpPr>
          <p:cNvPr id="4" name="Footer Placeholder 4"/>
          <p:cNvSpPr>
            <a:spLocks noGrp="1"/>
          </p:cNvSpPr>
          <p:nvPr>
            <p:ph type="ftr" sz="quarter" idx="11"/>
          </p:nvPr>
        </p:nvSpPr>
        <p:spPr/>
        <p:txBody>
          <a:bodyPr/>
          <a:lstStyle>
            <a:lvl1pPr>
              <a:defRPr/>
            </a:lvl1pPr>
          </a:lstStyle>
          <a:p>
            <a:endParaRPr lang="en-US"/>
          </a:p>
        </p:txBody>
      </p:sp>
      <p:sp>
        <p:nvSpPr>
          <p:cNvPr id="5" name="Slide Number Placeholder 5"/>
          <p:cNvSpPr>
            <a:spLocks noGrp="1"/>
          </p:cNvSpPr>
          <p:nvPr>
            <p:ph type="sldNum" sz="quarter" idx="12"/>
          </p:nvPr>
        </p:nvSpPr>
        <p:spPr/>
        <p:txBody>
          <a:bodyPr/>
          <a:lstStyle>
            <a:lvl1pPr>
              <a:defRPr/>
            </a:lvl1pPr>
          </a:lstStyle>
          <a:p>
            <a:fld id="{2A7588A6-4A8D-4EE7-B66C-36625211E2BF}" type="slidenum">
              <a:rPr lang="en-US" smtClean="0"/>
              <a:t>‹#›</a:t>
            </a:fld>
            <a:endParaRPr lang="en-US"/>
          </a:p>
        </p:txBody>
      </p:sp>
      <p:sp>
        <p:nvSpPr>
          <p:cNvPr id="7" name="Picture Placeholder 7"/>
          <p:cNvSpPr>
            <a:spLocks noGrp="1"/>
          </p:cNvSpPr>
          <p:nvPr>
            <p:ph type="pic" sz="quarter" idx="14" hasCustomPrompt="1"/>
          </p:nvPr>
        </p:nvSpPr>
        <p:spPr>
          <a:xfrm>
            <a:off x="11042468" y="365125"/>
            <a:ext cx="897482" cy="1078865"/>
          </a:xfrm>
        </p:spPr>
        <p:txBody>
          <a:bodyPr/>
          <a:lstStyle>
            <a:lvl1pPr marL="0" indent="0" algn="ctr">
              <a:buNone/>
              <a:defRPr sz="1100" baseline="0">
                <a:solidFill>
                  <a:schemeClr val="bg1"/>
                </a:solidFill>
              </a:defRPr>
            </a:lvl1pPr>
          </a:lstStyle>
          <a:p>
            <a:r>
              <a:rPr lang="en-US" dirty="0"/>
              <a:t>INSERT LOGO PICTURE HRE</a:t>
            </a:r>
          </a:p>
        </p:txBody>
      </p:sp>
    </p:spTree>
    <p:extLst>
      <p:ext uri="{BB962C8B-B14F-4D97-AF65-F5344CB8AC3E}">
        <p14:creationId xmlns:p14="http://schemas.microsoft.com/office/powerpoint/2010/main" val="346343253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solidFill>
                  <a:schemeClr val="bg1"/>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normAutofit/>
          </a:bodyPr>
          <a:lstStyle>
            <a:lvl1pPr marL="0" indent="0" algn="ctr">
              <a:buNone/>
              <a:defRPr sz="320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bg1"/>
                </a:solidFill>
                <a:latin typeface="Arial" panose="020B0604020202020204" pitchFamily="34" charset="0"/>
                <a:cs typeface="Arial" panose="020B0604020202020204" pitchFamily="34" charset="0"/>
              </a:defRPr>
            </a:lvl1pPr>
          </a:lstStyle>
          <a:p>
            <a:fld id="{ADC7DB0A-9BDE-4650-8C5E-60371A3C100A}" type="datetimeFigureOut">
              <a:rPr lang="en-US" smtClean="0"/>
              <a:pPr/>
              <a:t>11/4/2022</a:t>
            </a:fld>
            <a:endParaRPr lang="en-US"/>
          </a:p>
        </p:txBody>
      </p:sp>
      <p:sp>
        <p:nvSpPr>
          <p:cNvPr id="5" name="Footer Placeholder 4"/>
          <p:cNvSpPr>
            <a:spLocks noGrp="1"/>
          </p:cNvSpPr>
          <p:nvPr>
            <p:ph type="ftr" sz="quarter" idx="11"/>
          </p:nvPr>
        </p:nvSpPr>
        <p:spPr/>
        <p:txBody>
          <a:bodyPr/>
          <a:lstStyle>
            <a:lvl1pPr>
              <a:defRPr>
                <a:solidFill>
                  <a:schemeClr val="bg1"/>
                </a:solidFill>
                <a:latin typeface="Arial" panose="020B0604020202020204" pitchFamily="34" charset="0"/>
                <a:cs typeface="Arial" panose="020B0604020202020204" pitchFamily="34" charset="0"/>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bg1"/>
                </a:solidFill>
                <a:latin typeface="Arial" panose="020B0604020202020204" pitchFamily="34" charset="0"/>
                <a:cs typeface="Arial" panose="020B0604020202020204" pitchFamily="34" charset="0"/>
              </a:defRPr>
            </a:lvl1pPr>
          </a:lstStyle>
          <a:p>
            <a:fld id="{242B4457-79FF-4660-B984-F5C3D8FDBABC}" type="slidenum">
              <a:rPr lang="en-US" smtClean="0"/>
              <a:pPr/>
              <a:t>‹#›</a:t>
            </a:fld>
            <a:endParaRPr lang="en-US"/>
          </a:p>
        </p:txBody>
      </p:sp>
      <p:pic>
        <p:nvPicPr>
          <p:cNvPr id="9" name="Picture 8">
            <a:extLst>
              <a:ext uri="{FF2B5EF4-FFF2-40B4-BE49-F238E27FC236}">
                <a16:creationId xmlns:a16="http://schemas.microsoft.com/office/drawing/2014/main" id="{EBADE4D8-6740-48C5-9993-AD2D32D63DF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020425" y="239915"/>
            <a:ext cx="952811" cy="1143374"/>
          </a:xfrm>
          <a:prstGeom prst="rect">
            <a:avLst/>
          </a:prstGeom>
        </p:spPr>
      </p:pic>
    </p:spTree>
    <p:extLst>
      <p:ext uri="{BB962C8B-B14F-4D97-AF65-F5344CB8AC3E}">
        <p14:creationId xmlns:p14="http://schemas.microsoft.com/office/powerpoint/2010/main" val="428610419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solidFill>
                  <a:schemeClr val="bg1"/>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normAutofit/>
          </a:bodyPr>
          <a:lstStyle>
            <a:lvl1pPr marL="0" indent="0" algn="ctr">
              <a:buNone/>
              <a:defRPr sz="320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bg1"/>
                </a:solidFill>
                <a:latin typeface="Arial" panose="020B0604020202020204" pitchFamily="34" charset="0"/>
                <a:cs typeface="Arial" panose="020B0604020202020204" pitchFamily="34" charset="0"/>
              </a:defRPr>
            </a:lvl1pPr>
          </a:lstStyle>
          <a:p>
            <a:fld id="{ADC7DB0A-9BDE-4650-8C5E-60371A3C100A}" type="datetimeFigureOut">
              <a:rPr lang="en-US" smtClean="0"/>
              <a:pPr/>
              <a:t>11/4/2022</a:t>
            </a:fld>
            <a:endParaRPr lang="en-US"/>
          </a:p>
        </p:txBody>
      </p:sp>
      <p:sp>
        <p:nvSpPr>
          <p:cNvPr id="5" name="Footer Placeholder 4"/>
          <p:cNvSpPr>
            <a:spLocks noGrp="1"/>
          </p:cNvSpPr>
          <p:nvPr>
            <p:ph type="ftr" sz="quarter" idx="11"/>
          </p:nvPr>
        </p:nvSpPr>
        <p:spPr/>
        <p:txBody>
          <a:bodyPr/>
          <a:lstStyle>
            <a:lvl1pPr>
              <a:defRPr>
                <a:solidFill>
                  <a:schemeClr val="bg1"/>
                </a:solidFill>
                <a:latin typeface="Arial" panose="020B0604020202020204" pitchFamily="34" charset="0"/>
                <a:cs typeface="Arial" panose="020B0604020202020204" pitchFamily="34" charset="0"/>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bg1"/>
                </a:solidFill>
                <a:latin typeface="Arial" panose="020B0604020202020204" pitchFamily="34" charset="0"/>
                <a:cs typeface="Arial" panose="020B0604020202020204" pitchFamily="34" charset="0"/>
              </a:defRPr>
            </a:lvl1pPr>
          </a:lstStyle>
          <a:p>
            <a:fld id="{242B4457-79FF-4660-B984-F5C3D8FDBABC}" type="slidenum">
              <a:rPr lang="en-US" smtClean="0"/>
              <a:pPr/>
              <a:t>‹#›</a:t>
            </a:fld>
            <a:endParaRPr lang="en-US"/>
          </a:p>
        </p:txBody>
      </p:sp>
    </p:spTree>
    <p:extLst>
      <p:ext uri="{BB962C8B-B14F-4D97-AF65-F5344CB8AC3E}">
        <p14:creationId xmlns:p14="http://schemas.microsoft.com/office/powerpoint/2010/main" val="318322891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05902" y="24211"/>
            <a:ext cx="9995263" cy="1325563"/>
          </a:xfrm>
        </p:spPr>
        <p:txBody>
          <a:bodyPr/>
          <a:lstStyle>
            <a:lvl1pPr>
              <a:defRPr>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fld id="{ADC7DB0A-9BDE-4650-8C5E-60371A3C100A}" type="datetimeFigureOut">
              <a:rPr lang="en-US" smtClean="0"/>
              <a:t>11/4/2022</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242B4457-79FF-4660-B984-F5C3D8FDBABC}" type="slidenum">
              <a:rPr lang="en-US" smtClean="0"/>
              <a:t>‹#›</a:t>
            </a:fld>
            <a:endParaRPr lang="en-US"/>
          </a:p>
        </p:txBody>
      </p:sp>
      <p:pic>
        <p:nvPicPr>
          <p:cNvPr id="8" name="Picture 7">
            <a:extLst>
              <a:ext uri="{FF2B5EF4-FFF2-40B4-BE49-F238E27FC236}">
                <a16:creationId xmlns:a16="http://schemas.microsoft.com/office/drawing/2014/main" id="{FED7BBE1-BD36-4E9F-BBAA-F0D5A425860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99505" y="165862"/>
            <a:ext cx="986593" cy="1183912"/>
          </a:xfrm>
          <a:prstGeom prst="rect">
            <a:avLst/>
          </a:prstGeom>
        </p:spPr>
      </p:pic>
    </p:spTree>
    <p:extLst>
      <p:ext uri="{BB962C8B-B14F-4D97-AF65-F5344CB8AC3E}">
        <p14:creationId xmlns:p14="http://schemas.microsoft.com/office/powerpoint/2010/main" val="282534485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5963783"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ADC7DB0A-9BDE-4650-8C5E-60371A3C100A}" type="datetimeFigureOut">
              <a:rPr lang="en-US" smtClean="0"/>
              <a:t>11/4/2022</a:t>
            </a:fld>
            <a:endParaRPr lang="en-US"/>
          </a:p>
        </p:txBody>
      </p:sp>
      <p:sp>
        <p:nvSpPr>
          <p:cNvPr id="6" name="Footer Placeholder 4"/>
          <p:cNvSpPr>
            <a:spLocks noGrp="1"/>
          </p:cNvSpPr>
          <p:nvPr>
            <p:ph type="ftr" sz="quarter" idx="11"/>
          </p:nvPr>
        </p:nvSpPr>
        <p:spPr/>
        <p:txBody>
          <a:bodyPr/>
          <a:lstStyle>
            <a:lvl1pPr>
              <a:defRPr/>
            </a:lvl1pPr>
          </a:lstStyle>
          <a:p>
            <a:endParaRPr lang="en-US"/>
          </a:p>
        </p:txBody>
      </p:sp>
      <p:sp>
        <p:nvSpPr>
          <p:cNvPr id="7" name="Slide Number Placeholder 5"/>
          <p:cNvSpPr>
            <a:spLocks noGrp="1"/>
          </p:cNvSpPr>
          <p:nvPr>
            <p:ph type="sldNum" sz="quarter" idx="12"/>
          </p:nvPr>
        </p:nvSpPr>
        <p:spPr/>
        <p:txBody>
          <a:bodyPr/>
          <a:lstStyle>
            <a:lvl1pPr>
              <a:defRPr/>
            </a:lvl1pPr>
          </a:lstStyle>
          <a:p>
            <a:fld id="{242B4457-79FF-4660-B984-F5C3D8FDBABC}" type="slidenum">
              <a:rPr lang="en-US" smtClean="0"/>
              <a:t>‹#›</a:t>
            </a:fld>
            <a:endParaRPr lang="en-US"/>
          </a:p>
        </p:txBody>
      </p:sp>
    </p:spTree>
    <p:extLst>
      <p:ext uri="{BB962C8B-B14F-4D97-AF65-F5344CB8AC3E}">
        <p14:creationId xmlns:p14="http://schemas.microsoft.com/office/powerpoint/2010/main" val="26382369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244812" y="30829"/>
            <a:ext cx="10082349" cy="1325563"/>
          </a:xfrm>
        </p:spPr>
        <p:txBody>
          <a:bodyPr/>
          <a:lstStyle>
            <a:lvl1pPr>
              <a:defRPr>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fld id="{ADC7DB0A-9BDE-4650-8C5E-60371A3C100A}" type="datetimeFigureOut">
              <a:rPr lang="en-US" smtClean="0"/>
              <a:t>11/4/2022</a:t>
            </a:fld>
            <a:endParaRPr lang="en-US"/>
          </a:p>
        </p:txBody>
      </p:sp>
      <p:sp>
        <p:nvSpPr>
          <p:cNvPr id="6" name="Footer Placeholder 4"/>
          <p:cNvSpPr>
            <a:spLocks noGrp="1"/>
          </p:cNvSpPr>
          <p:nvPr>
            <p:ph type="ftr" sz="quarter" idx="11"/>
          </p:nvPr>
        </p:nvSpPr>
        <p:spPr/>
        <p:txBody>
          <a:bodyPr/>
          <a:lstStyle>
            <a:lvl1pPr>
              <a:defRPr/>
            </a:lvl1pPr>
          </a:lstStyle>
          <a:p>
            <a:endParaRPr lang="en-US"/>
          </a:p>
        </p:txBody>
      </p:sp>
      <p:sp>
        <p:nvSpPr>
          <p:cNvPr id="7" name="Slide Number Placeholder 5"/>
          <p:cNvSpPr>
            <a:spLocks noGrp="1"/>
          </p:cNvSpPr>
          <p:nvPr>
            <p:ph type="sldNum" sz="quarter" idx="12"/>
          </p:nvPr>
        </p:nvSpPr>
        <p:spPr/>
        <p:txBody>
          <a:bodyPr/>
          <a:lstStyle>
            <a:lvl1pPr>
              <a:defRPr/>
            </a:lvl1pPr>
          </a:lstStyle>
          <a:p>
            <a:fld id="{242B4457-79FF-4660-B984-F5C3D8FDBABC}" type="slidenum">
              <a:rPr lang="en-US" smtClean="0"/>
              <a:t>‹#›</a:t>
            </a:fld>
            <a:endParaRPr lang="en-US"/>
          </a:p>
        </p:txBody>
      </p:sp>
      <p:pic>
        <p:nvPicPr>
          <p:cNvPr id="9" name="Picture 8">
            <a:extLst>
              <a:ext uri="{FF2B5EF4-FFF2-40B4-BE49-F238E27FC236}">
                <a16:creationId xmlns:a16="http://schemas.microsoft.com/office/drawing/2014/main" id="{B4F752BE-CF2F-4BE7-921F-87D036E3DCC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99505" y="165862"/>
            <a:ext cx="986593" cy="1183912"/>
          </a:xfrm>
          <a:prstGeom prst="rect">
            <a:avLst/>
          </a:prstGeom>
        </p:spPr>
      </p:pic>
    </p:spTree>
    <p:extLst>
      <p:ext uri="{BB962C8B-B14F-4D97-AF65-F5344CB8AC3E}">
        <p14:creationId xmlns:p14="http://schemas.microsoft.com/office/powerpoint/2010/main" val="78322942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46401" y="14929"/>
            <a:ext cx="10028509" cy="1325563"/>
          </a:xfrm>
        </p:spPr>
        <p:txBody>
          <a:bodyPr/>
          <a:lstStyle>
            <a:lvl1pPr>
              <a:defRPr>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fld id="{ADC7DB0A-9BDE-4650-8C5E-60371A3C100A}" type="datetimeFigureOut">
              <a:rPr lang="en-US" smtClean="0"/>
              <a:t>11/4/2022</a:t>
            </a:fld>
            <a:endParaRPr lang="en-US"/>
          </a:p>
        </p:txBody>
      </p:sp>
      <p:sp>
        <p:nvSpPr>
          <p:cNvPr id="8" name="Footer Placeholder 4"/>
          <p:cNvSpPr>
            <a:spLocks noGrp="1"/>
          </p:cNvSpPr>
          <p:nvPr>
            <p:ph type="ftr" sz="quarter" idx="11"/>
          </p:nvPr>
        </p:nvSpPr>
        <p:spPr/>
        <p:txBody>
          <a:bodyPr/>
          <a:lstStyle>
            <a:lvl1pPr>
              <a:defRPr/>
            </a:lvl1pPr>
          </a:lstStyle>
          <a:p>
            <a:endParaRPr lang="en-US"/>
          </a:p>
        </p:txBody>
      </p:sp>
      <p:sp>
        <p:nvSpPr>
          <p:cNvPr id="9" name="Slide Number Placeholder 5"/>
          <p:cNvSpPr>
            <a:spLocks noGrp="1"/>
          </p:cNvSpPr>
          <p:nvPr>
            <p:ph type="sldNum" sz="quarter" idx="12"/>
          </p:nvPr>
        </p:nvSpPr>
        <p:spPr/>
        <p:txBody>
          <a:bodyPr/>
          <a:lstStyle>
            <a:lvl1pPr>
              <a:defRPr/>
            </a:lvl1pPr>
          </a:lstStyle>
          <a:p>
            <a:fld id="{242B4457-79FF-4660-B984-F5C3D8FDBABC}" type="slidenum">
              <a:rPr lang="en-US" smtClean="0"/>
              <a:t>‹#›</a:t>
            </a:fld>
            <a:endParaRPr lang="en-US"/>
          </a:p>
        </p:txBody>
      </p:sp>
      <p:pic>
        <p:nvPicPr>
          <p:cNvPr id="11" name="Picture 10">
            <a:extLst>
              <a:ext uri="{FF2B5EF4-FFF2-40B4-BE49-F238E27FC236}">
                <a16:creationId xmlns:a16="http://schemas.microsoft.com/office/drawing/2014/main" id="{E082F2DB-9A12-4B7A-A829-5C6BE41A69D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99505" y="165862"/>
            <a:ext cx="986593" cy="1183912"/>
          </a:xfrm>
          <a:prstGeom prst="rect">
            <a:avLst/>
          </a:prstGeom>
        </p:spPr>
      </p:pic>
    </p:spTree>
    <p:extLst>
      <p:ext uri="{BB962C8B-B14F-4D97-AF65-F5344CB8AC3E}">
        <p14:creationId xmlns:p14="http://schemas.microsoft.com/office/powerpoint/2010/main" val="381920311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264268" y="24657"/>
            <a:ext cx="10012680" cy="1325563"/>
          </a:xfrm>
        </p:spPr>
        <p:txBody>
          <a:bodyPr/>
          <a:lstStyle>
            <a:lvl1pPr>
              <a:defRPr>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Date Placeholder 3"/>
          <p:cNvSpPr>
            <a:spLocks noGrp="1"/>
          </p:cNvSpPr>
          <p:nvPr>
            <p:ph type="dt" sz="half" idx="10"/>
          </p:nvPr>
        </p:nvSpPr>
        <p:spPr/>
        <p:txBody>
          <a:bodyPr/>
          <a:lstStyle>
            <a:lvl1pPr>
              <a:defRPr/>
            </a:lvl1pPr>
          </a:lstStyle>
          <a:p>
            <a:fld id="{ADC7DB0A-9BDE-4650-8C5E-60371A3C100A}" type="datetimeFigureOut">
              <a:rPr lang="en-US" smtClean="0"/>
              <a:t>11/4/2022</a:t>
            </a:fld>
            <a:endParaRPr lang="en-US"/>
          </a:p>
        </p:txBody>
      </p:sp>
      <p:sp>
        <p:nvSpPr>
          <p:cNvPr id="4" name="Footer Placeholder 4"/>
          <p:cNvSpPr>
            <a:spLocks noGrp="1"/>
          </p:cNvSpPr>
          <p:nvPr>
            <p:ph type="ftr" sz="quarter" idx="11"/>
          </p:nvPr>
        </p:nvSpPr>
        <p:spPr/>
        <p:txBody>
          <a:bodyPr/>
          <a:lstStyle>
            <a:lvl1pPr>
              <a:defRPr/>
            </a:lvl1pPr>
          </a:lstStyle>
          <a:p>
            <a:endParaRPr lang="en-US"/>
          </a:p>
        </p:txBody>
      </p:sp>
      <p:sp>
        <p:nvSpPr>
          <p:cNvPr id="5" name="Slide Number Placeholder 5"/>
          <p:cNvSpPr>
            <a:spLocks noGrp="1"/>
          </p:cNvSpPr>
          <p:nvPr>
            <p:ph type="sldNum" sz="quarter" idx="12"/>
          </p:nvPr>
        </p:nvSpPr>
        <p:spPr/>
        <p:txBody>
          <a:bodyPr/>
          <a:lstStyle>
            <a:lvl1pPr>
              <a:defRPr/>
            </a:lvl1pPr>
          </a:lstStyle>
          <a:p>
            <a:fld id="{242B4457-79FF-4660-B984-F5C3D8FDBABC}" type="slidenum">
              <a:rPr lang="en-US" smtClean="0"/>
              <a:t>‹#›</a:t>
            </a:fld>
            <a:endParaRPr lang="en-US"/>
          </a:p>
        </p:txBody>
      </p:sp>
      <p:pic>
        <p:nvPicPr>
          <p:cNvPr id="7" name="Picture 6">
            <a:extLst>
              <a:ext uri="{FF2B5EF4-FFF2-40B4-BE49-F238E27FC236}">
                <a16:creationId xmlns:a16="http://schemas.microsoft.com/office/drawing/2014/main" id="{EBEC9402-61FA-4538-B688-F918A2C1E87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99505" y="165862"/>
            <a:ext cx="986593" cy="1183912"/>
          </a:xfrm>
          <a:prstGeom prst="rect">
            <a:avLst/>
          </a:prstGeom>
        </p:spPr>
      </p:pic>
    </p:spTree>
    <p:extLst>
      <p:ext uri="{BB962C8B-B14F-4D97-AF65-F5344CB8AC3E}">
        <p14:creationId xmlns:p14="http://schemas.microsoft.com/office/powerpoint/2010/main" val="68943274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283724" y="5202"/>
            <a:ext cx="10012680" cy="1325563"/>
          </a:xfrm>
        </p:spPr>
        <p:txBody>
          <a:bodyPr/>
          <a:lstStyle>
            <a:lvl1pPr>
              <a:defRPr>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Date Placeholder 3"/>
          <p:cNvSpPr>
            <a:spLocks noGrp="1"/>
          </p:cNvSpPr>
          <p:nvPr>
            <p:ph type="dt" sz="half" idx="10"/>
          </p:nvPr>
        </p:nvSpPr>
        <p:spPr/>
        <p:txBody>
          <a:bodyPr/>
          <a:lstStyle>
            <a:lvl1pPr>
              <a:defRPr/>
            </a:lvl1pPr>
          </a:lstStyle>
          <a:p>
            <a:fld id="{ADC7DB0A-9BDE-4650-8C5E-60371A3C100A}" type="datetimeFigureOut">
              <a:rPr lang="en-US" smtClean="0"/>
              <a:t>11/4/2022</a:t>
            </a:fld>
            <a:endParaRPr lang="en-US"/>
          </a:p>
        </p:txBody>
      </p:sp>
      <p:sp>
        <p:nvSpPr>
          <p:cNvPr id="4" name="Footer Placeholder 4"/>
          <p:cNvSpPr>
            <a:spLocks noGrp="1"/>
          </p:cNvSpPr>
          <p:nvPr>
            <p:ph type="ftr" sz="quarter" idx="11"/>
          </p:nvPr>
        </p:nvSpPr>
        <p:spPr/>
        <p:txBody>
          <a:bodyPr/>
          <a:lstStyle>
            <a:lvl1pPr>
              <a:defRPr/>
            </a:lvl1pPr>
          </a:lstStyle>
          <a:p>
            <a:endParaRPr lang="en-US"/>
          </a:p>
        </p:txBody>
      </p:sp>
      <p:sp>
        <p:nvSpPr>
          <p:cNvPr id="5" name="Slide Number Placeholder 5"/>
          <p:cNvSpPr>
            <a:spLocks noGrp="1"/>
          </p:cNvSpPr>
          <p:nvPr>
            <p:ph type="sldNum" sz="quarter" idx="12"/>
          </p:nvPr>
        </p:nvSpPr>
        <p:spPr/>
        <p:txBody>
          <a:bodyPr/>
          <a:lstStyle>
            <a:lvl1pPr>
              <a:defRPr/>
            </a:lvl1pPr>
          </a:lstStyle>
          <a:p>
            <a:fld id="{242B4457-79FF-4660-B984-F5C3D8FDBABC}" type="slidenum">
              <a:rPr lang="en-US" smtClean="0"/>
              <a:t>‹#›</a:t>
            </a:fld>
            <a:endParaRPr lang="en-US"/>
          </a:p>
        </p:txBody>
      </p:sp>
    </p:spTree>
    <p:extLst>
      <p:ext uri="{BB962C8B-B14F-4D97-AF65-F5344CB8AC3E}">
        <p14:creationId xmlns:p14="http://schemas.microsoft.com/office/powerpoint/2010/main" val="269497086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ADC7DB0A-9BDE-4650-8C5E-60371A3C100A}" type="datetimeFigureOut">
              <a:rPr lang="en-US" smtClean="0"/>
              <a:t>11/4/2022</a:t>
            </a:fld>
            <a:endParaRPr lang="en-US"/>
          </a:p>
        </p:txBody>
      </p:sp>
      <p:sp>
        <p:nvSpPr>
          <p:cNvPr id="3" name="Footer Placeholder 4"/>
          <p:cNvSpPr>
            <a:spLocks noGrp="1"/>
          </p:cNvSpPr>
          <p:nvPr>
            <p:ph type="ftr" sz="quarter" idx="11"/>
          </p:nvPr>
        </p:nvSpPr>
        <p:spPr/>
        <p:txBody>
          <a:bodyPr/>
          <a:lstStyle>
            <a:lvl1pPr>
              <a:defRPr/>
            </a:lvl1pPr>
          </a:lstStyle>
          <a:p>
            <a:endParaRPr lang="en-US"/>
          </a:p>
        </p:txBody>
      </p:sp>
      <p:sp>
        <p:nvSpPr>
          <p:cNvPr id="4" name="Slide Number Placeholder 5"/>
          <p:cNvSpPr>
            <a:spLocks noGrp="1"/>
          </p:cNvSpPr>
          <p:nvPr>
            <p:ph type="sldNum" sz="quarter" idx="12"/>
          </p:nvPr>
        </p:nvSpPr>
        <p:spPr/>
        <p:txBody>
          <a:bodyPr/>
          <a:lstStyle>
            <a:lvl1pPr>
              <a:defRPr/>
            </a:lvl1pPr>
          </a:lstStyle>
          <a:p>
            <a:fld id="{242B4457-79FF-4660-B984-F5C3D8FDBABC}" type="slidenum">
              <a:rPr lang="en-US" smtClean="0"/>
              <a:t>‹#›</a:t>
            </a:fld>
            <a:endParaRPr lang="en-US"/>
          </a:p>
        </p:txBody>
      </p:sp>
      <p:pic>
        <p:nvPicPr>
          <p:cNvPr id="6" name="Picture 5">
            <a:extLst>
              <a:ext uri="{FF2B5EF4-FFF2-40B4-BE49-F238E27FC236}">
                <a16:creationId xmlns:a16="http://schemas.microsoft.com/office/drawing/2014/main" id="{C8199A91-D5F0-4499-B52C-45523EC48E1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99505" y="165862"/>
            <a:ext cx="986593" cy="1183912"/>
          </a:xfrm>
          <a:prstGeom prst="rect">
            <a:avLst/>
          </a:prstGeom>
        </p:spPr>
      </p:pic>
    </p:spTree>
    <p:extLst>
      <p:ext uri="{BB962C8B-B14F-4D97-AF65-F5344CB8AC3E}">
        <p14:creationId xmlns:p14="http://schemas.microsoft.com/office/powerpoint/2010/main" val="91556481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ADC7DB0A-9BDE-4650-8C5E-60371A3C100A}" type="datetimeFigureOut">
              <a:rPr lang="en-US" smtClean="0"/>
              <a:t>11/4/2022</a:t>
            </a:fld>
            <a:endParaRPr lang="en-US"/>
          </a:p>
        </p:txBody>
      </p:sp>
      <p:sp>
        <p:nvSpPr>
          <p:cNvPr id="3" name="Footer Placeholder 4"/>
          <p:cNvSpPr>
            <a:spLocks noGrp="1"/>
          </p:cNvSpPr>
          <p:nvPr>
            <p:ph type="ftr" sz="quarter" idx="11"/>
          </p:nvPr>
        </p:nvSpPr>
        <p:spPr/>
        <p:txBody>
          <a:bodyPr/>
          <a:lstStyle>
            <a:lvl1pPr>
              <a:defRPr/>
            </a:lvl1pPr>
          </a:lstStyle>
          <a:p>
            <a:endParaRPr lang="en-US"/>
          </a:p>
        </p:txBody>
      </p:sp>
      <p:sp>
        <p:nvSpPr>
          <p:cNvPr id="4" name="Slide Number Placeholder 5"/>
          <p:cNvSpPr>
            <a:spLocks noGrp="1"/>
          </p:cNvSpPr>
          <p:nvPr>
            <p:ph type="sldNum" sz="quarter" idx="12"/>
          </p:nvPr>
        </p:nvSpPr>
        <p:spPr/>
        <p:txBody>
          <a:bodyPr/>
          <a:lstStyle>
            <a:lvl1pPr>
              <a:defRPr/>
            </a:lvl1pPr>
          </a:lstStyle>
          <a:p>
            <a:fld id="{242B4457-79FF-4660-B984-F5C3D8FDBABC}" type="slidenum">
              <a:rPr lang="en-US" smtClean="0"/>
              <a:t>‹#›</a:t>
            </a:fld>
            <a:endParaRPr lang="en-US"/>
          </a:p>
        </p:txBody>
      </p:sp>
    </p:spTree>
    <p:extLst>
      <p:ext uri="{BB962C8B-B14F-4D97-AF65-F5344CB8AC3E}">
        <p14:creationId xmlns:p14="http://schemas.microsoft.com/office/powerpoint/2010/main" val="147403563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9995263" cy="1325563"/>
          </a:xfrm>
        </p:spPr>
        <p:txBody>
          <a:bodyPr/>
          <a:lstStyle>
            <a:lvl1pPr>
              <a:defRPr>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fld id="{D9A45F2A-C3F7-4F28-9402-8C2512E264AE}" type="datetimeFigureOut">
              <a:rPr lang="en-US" smtClean="0"/>
              <a:t>11/4/2022</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2A7588A6-4A8D-4EE7-B66C-36625211E2BF}" type="slidenum">
              <a:rPr lang="en-US" smtClean="0"/>
              <a:t>‹#›</a:t>
            </a:fld>
            <a:endParaRPr lang="en-US"/>
          </a:p>
        </p:txBody>
      </p:sp>
      <p:pic>
        <p:nvPicPr>
          <p:cNvPr id="9" name="Picture 8">
            <a:extLst>
              <a:ext uri="{FF2B5EF4-FFF2-40B4-BE49-F238E27FC236}">
                <a16:creationId xmlns:a16="http://schemas.microsoft.com/office/drawing/2014/main" id="{5F882AB6-8023-42E3-8852-51795A38DE8A}"/>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74431" y="17522"/>
            <a:ext cx="986593" cy="1183912"/>
          </a:xfrm>
          <a:prstGeom prst="rect">
            <a:avLst/>
          </a:prstGeom>
        </p:spPr>
      </p:pic>
    </p:spTree>
    <p:extLst>
      <p:ext uri="{BB962C8B-B14F-4D97-AF65-F5344CB8AC3E}">
        <p14:creationId xmlns:p14="http://schemas.microsoft.com/office/powerpoint/2010/main" val="129880693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9995263" cy="1325563"/>
          </a:xfrm>
        </p:spPr>
        <p:txBody>
          <a:bodyPr/>
          <a:lstStyle>
            <a:lvl1pPr>
              <a:defRPr>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fld id="{D9A45F2A-C3F7-4F28-9402-8C2512E264AE}" type="datetimeFigureOut">
              <a:rPr lang="en-US" smtClean="0"/>
              <a:t>11/4/2022</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2A7588A6-4A8D-4EE7-B66C-36625211E2BF}" type="slidenum">
              <a:rPr lang="en-US" smtClean="0"/>
              <a:t>‹#›</a:t>
            </a:fld>
            <a:endParaRPr lang="en-US"/>
          </a:p>
        </p:txBody>
      </p:sp>
    </p:spTree>
    <p:extLst>
      <p:ext uri="{BB962C8B-B14F-4D97-AF65-F5344CB8AC3E}">
        <p14:creationId xmlns:p14="http://schemas.microsoft.com/office/powerpoint/2010/main" val="105511642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9995263" cy="1325563"/>
          </a:xfrm>
        </p:spPr>
        <p:txBody>
          <a:bodyPr/>
          <a:lstStyle>
            <a:lvl1pPr>
              <a:defRPr>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fld id="{D9A45F2A-C3F7-4F28-9402-8C2512E264AE}" type="datetimeFigureOut">
              <a:rPr lang="en-US" smtClean="0"/>
              <a:t>11/4/2022</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2A7588A6-4A8D-4EE7-B66C-36625211E2BF}" type="slidenum">
              <a:rPr lang="en-US" smtClean="0"/>
              <a:t>‹#›</a:t>
            </a:fld>
            <a:endParaRPr lang="en-US"/>
          </a:p>
        </p:txBody>
      </p:sp>
      <p:sp>
        <p:nvSpPr>
          <p:cNvPr id="8" name="Picture Placeholder 7"/>
          <p:cNvSpPr>
            <a:spLocks noGrp="1"/>
          </p:cNvSpPr>
          <p:nvPr>
            <p:ph type="pic" sz="quarter" idx="13" hasCustomPrompt="1"/>
          </p:nvPr>
        </p:nvSpPr>
        <p:spPr>
          <a:xfrm>
            <a:off x="11016343" y="365125"/>
            <a:ext cx="897482" cy="1078865"/>
          </a:xfrm>
        </p:spPr>
        <p:txBody>
          <a:bodyPr/>
          <a:lstStyle>
            <a:lvl1pPr marL="0" indent="0" algn="ctr">
              <a:buNone/>
              <a:defRPr sz="1100" baseline="0">
                <a:solidFill>
                  <a:schemeClr val="bg1"/>
                </a:solidFill>
              </a:defRPr>
            </a:lvl1pPr>
          </a:lstStyle>
          <a:p>
            <a:r>
              <a:rPr lang="en-US" dirty="0"/>
              <a:t>INSERT LOGO PICTURE HERE</a:t>
            </a:r>
          </a:p>
        </p:txBody>
      </p:sp>
    </p:spTree>
    <p:extLst>
      <p:ext uri="{BB962C8B-B14F-4D97-AF65-F5344CB8AC3E}">
        <p14:creationId xmlns:p14="http://schemas.microsoft.com/office/powerpoint/2010/main" val="370759989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3_Title Only">
    <p:spTree>
      <p:nvGrpSpPr>
        <p:cNvPr id="1" name=""/>
        <p:cNvGrpSpPr/>
        <p:nvPr/>
      </p:nvGrpSpPr>
      <p:grpSpPr>
        <a:xfrm>
          <a:off x="0" y="0"/>
          <a:ext cx="0" cy="0"/>
          <a:chOff x="0" y="0"/>
          <a:chExt cx="0" cy="0"/>
        </a:xfrm>
      </p:grpSpPr>
      <p:sp>
        <p:nvSpPr>
          <p:cNvPr id="2" name="Title 1"/>
          <p:cNvSpPr>
            <a:spLocks noGrp="1"/>
          </p:cNvSpPr>
          <p:nvPr>
            <p:ph type="title"/>
          </p:nvPr>
        </p:nvSpPr>
        <p:spPr>
          <a:xfrm>
            <a:off x="281608" y="0"/>
            <a:ext cx="10012680" cy="1325563"/>
          </a:xfrm>
        </p:spPr>
        <p:txBody>
          <a:bodyPr/>
          <a:lstStyle>
            <a:lvl1pPr>
              <a:defRPr>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Date Placeholder 3"/>
          <p:cNvSpPr>
            <a:spLocks noGrp="1"/>
          </p:cNvSpPr>
          <p:nvPr>
            <p:ph type="dt" sz="half" idx="10"/>
          </p:nvPr>
        </p:nvSpPr>
        <p:spPr/>
        <p:txBody>
          <a:bodyPr/>
          <a:lstStyle>
            <a:lvl1pPr>
              <a:defRPr/>
            </a:lvl1pPr>
          </a:lstStyle>
          <a:p>
            <a:fld id="{D9A45F2A-C3F7-4F28-9402-8C2512E264AE}" type="datetimeFigureOut">
              <a:rPr lang="en-US" smtClean="0"/>
              <a:t>11/4/2022</a:t>
            </a:fld>
            <a:endParaRPr lang="en-US"/>
          </a:p>
        </p:txBody>
      </p:sp>
      <p:sp>
        <p:nvSpPr>
          <p:cNvPr id="4" name="Footer Placeholder 4"/>
          <p:cNvSpPr>
            <a:spLocks noGrp="1"/>
          </p:cNvSpPr>
          <p:nvPr>
            <p:ph type="ftr" sz="quarter" idx="11"/>
          </p:nvPr>
        </p:nvSpPr>
        <p:spPr/>
        <p:txBody>
          <a:bodyPr/>
          <a:lstStyle>
            <a:lvl1pPr>
              <a:defRPr/>
            </a:lvl1pPr>
          </a:lstStyle>
          <a:p>
            <a:endParaRPr lang="en-US"/>
          </a:p>
        </p:txBody>
      </p:sp>
      <p:sp>
        <p:nvSpPr>
          <p:cNvPr id="5" name="Slide Number Placeholder 5"/>
          <p:cNvSpPr>
            <a:spLocks noGrp="1"/>
          </p:cNvSpPr>
          <p:nvPr>
            <p:ph type="sldNum" sz="quarter" idx="12"/>
          </p:nvPr>
        </p:nvSpPr>
        <p:spPr/>
        <p:txBody>
          <a:bodyPr/>
          <a:lstStyle>
            <a:lvl1pPr>
              <a:defRPr/>
            </a:lvl1pPr>
          </a:lstStyle>
          <a:p>
            <a:fld id="{2A7588A6-4A8D-4EE7-B66C-36625211E2BF}" type="slidenum">
              <a:rPr lang="en-US" smtClean="0"/>
              <a:t>‹#›</a:t>
            </a:fld>
            <a:endParaRPr lang="en-US"/>
          </a:p>
        </p:txBody>
      </p:sp>
    </p:spTree>
    <p:extLst>
      <p:ext uri="{BB962C8B-B14F-4D97-AF65-F5344CB8AC3E}">
        <p14:creationId xmlns:p14="http://schemas.microsoft.com/office/powerpoint/2010/main" val="37434587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2_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C296269F-BC8D-41CA-A4E4-8DA21F26E878}" type="datetimeFigureOut">
              <a:rPr lang="en-US"/>
              <a:pPr>
                <a:defRPr/>
              </a:pPr>
              <a:t>11/4/2022</a:t>
            </a:fld>
            <a:endParaRPr lang="en-US" dirty="0"/>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968175A1-AC57-429D-9D79-1031B8ADC9B3}" type="slidenum">
              <a:rPr lang="en-US"/>
              <a:pPr>
                <a:defRPr/>
              </a:pPr>
              <a:t>‹#›</a:t>
            </a:fld>
            <a:endParaRPr lang="en-US" dirty="0"/>
          </a:p>
        </p:txBody>
      </p:sp>
      <p:sp>
        <p:nvSpPr>
          <p:cNvPr id="6" name="Picture Placeholder 7"/>
          <p:cNvSpPr>
            <a:spLocks noGrp="1"/>
          </p:cNvSpPr>
          <p:nvPr>
            <p:ph type="pic" sz="quarter" idx="14" hasCustomPrompt="1"/>
          </p:nvPr>
        </p:nvSpPr>
        <p:spPr>
          <a:xfrm>
            <a:off x="11016343" y="244838"/>
            <a:ext cx="897482" cy="1078865"/>
          </a:xfrm>
        </p:spPr>
        <p:txBody>
          <a:bodyPr/>
          <a:lstStyle>
            <a:lvl1pPr marL="0" indent="0" algn="ctr">
              <a:buNone/>
              <a:defRPr sz="1100">
                <a:solidFill>
                  <a:schemeClr val="bg1"/>
                </a:solidFill>
              </a:defRPr>
            </a:lvl1pPr>
          </a:lstStyle>
          <a:p>
            <a:r>
              <a:rPr lang="en-US" dirty="0"/>
              <a:t>INSERT LOGO PICTURE HERE</a:t>
            </a:r>
          </a:p>
        </p:txBody>
      </p:sp>
    </p:spTree>
    <p:extLst>
      <p:ext uri="{BB962C8B-B14F-4D97-AF65-F5344CB8AC3E}">
        <p14:creationId xmlns:p14="http://schemas.microsoft.com/office/powerpoint/2010/main" val="206282815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p:cNvSpPr>
            <a:spLocks noGrp="1"/>
          </p:cNvSpPr>
          <p:nvPr>
            <p:ph type="dt" sz="half" idx="10"/>
          </p:nvPr>
        </p:nvSpPr>
        <p:spPr/>
        <p:txBody>
          <a:bodyPr/>
          <a:lstStyle>
            <a:lvl1pPr>
              <a:defRPr/>
            </a:lvl1pPr>
          </a:lstStyle>
          <a:p>
            <a:pPr>
              <a:defRPr/>
            </a:pPr>
            <a:fld id="{ED4CD93F-AC61-4144-80DC-AF009BDAC995}" type="datetimeFigureOut">
              <a:rPr lang="en-US">
                <a:solidFill>
                  <a:srgbClr val="5B9BD5">
                    <a:lumMod val="50000"/>
                  </a:srgbClr>
                </a:solidFill>
              </a:rPr>
              <a:pPr>
                <a:defRPr/>
              </a:pPr>
              <a:t>11/4/2022</a:t>
            </a:fld>
            <a:endParaRPr lang="en-US" dirty="0">
              <a:solidFill>
                <a:srgbClr val="5B9BD5">
                  <a:lumMod val="50000"/>
                </a:srgb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dirty="0">
              <a:solidFill>
                <a:srgbClr val="5B9BD5">
                  <a:lumMod val="50000"/>
                </a:srgbClr>
              </a:solidFill>
            </a:endParaRPr>
          </a:p>
        </p:txBody>
      </p:sp>
      <p:sp>
        <p:nvSpPr>
          <p:cNvPr id="6" name="Slide Number Placeholder 5"/>
          <p:cNvSpPr>
            <a:spLocks noGrp="1"/>
          </p:cNvSpPr>
          <p:nvPr>
            <p:ph type="sldNum" sz="quarter" idx="12"/>
          </p:nvPr>
        </p:nvSpPr>
        <p:spPr/>
        <p:txBody>
          <a:bodyPr/>
          <a:lstStyle>
            <a:lvl1pPr>
              <a:defRPr/>
            </a:lvl1pPr>
          </a:lstStyle>
          <a:p>
            <a:pPr>
              <a:defRPr/>
            </a:pPr>
            <a:fld id="{42152008-3B50-4CE9-9473-3C45BB39F89A}" type="slidenum">
              <a:rPr lang="en-US">
                <a:solidFill>
                  <a:srgbClr val="5B9BD5">
                    <a:lumMod val="50000"/>
                  </a:srgbClr>
                </a:solidFill>
              </a:rPr>
              <a:pPr>
                <a:defRPr/>
              </a:pPr>
              <a:t>‹#›</a:t>
            </a:fld>
            <a:endParaRPr lang="en-US" dirty="0">
              <a:solidFill>
                <a:srgbClr val="5B9BD5">
                  <a:lumMod val="50000"/>
                </a:srgbClr>
              </a:solidFill>
            </a:endParaRPr>
          </a:p>
        </p:txBody>
      </p:sp>
      <p:grpSp>
        <p:nvGrpSpPr>
          <p:cNvPr id="24" name="Group 25">
            <a:extLst>
              <a:ext uri="{FF2B5EF4-FFF2-40B4-BE49-F238E27FC236}">
                <a16:creationId xmlns:a16="http://schemas.microsoft.com/office/drawing/2014/main" id="{25B74248-887E-422A-9B0D-2189E59EFE99}"/>
              </a:ext>
            </a:extLst>
          </p:cNvPr>
          <p:cNvGrpSpPr>
            <a:grpSpLocks/>
          </p:cNvGrpSpPr>
          <p:nvPr userDrawn="1"/>
        </p:nvGrpSpPr>
        <p:grpSpPr bwMode="auto">
          <a:xfrm>
            <a:off x="11330544" y="99219"/>
            <a:ext cx="770286" cy="1023144"/>
            <a:chOff x="6194854" y="512890"/>
            <a:chExt cx="4135433" cy="5345804"/>
          </a:xfrm>
        </p:grpSpPr>
        <p:grpSp>
          <p:nvGrpSpPr>
            <p:cNvPr id="25" name="Group 24">
              <a:extLst>
                <a:ext uri="{FF2B5EF4-FFF2-40B4-BE49-F238E27FC236}">
                  <a16:creationId xmlns:a16="http://schemas.microsoft.com/office/drawing/2014/main" id="{4D6B0182-B193-47EA-8932-A1DE70158AC5}"/>
                </a:ext>
              </a:extLst>
            </p:cNvPr>
            <p:cNvGrpSpPr>
              <a:grpSpLocks/>
            </p:cNvGrpSpPr>
            <p:nvPr/>
          </p:nvGrpSpPr>
          <p:grpSpPr bwMode="auto">
            <a:xfrm>
              <a:off x="6194854" y="512890"/>
              <a:ext cx="4135433" cy="5345804"/>
              <a:chOff x="6194854" y="512890"/>
              <a:chExt cx="4135433" cy="5345804"/>
            </a:xfrm>
          </p:grpSpPr>
          <p:pic>
            <p:nvPicPr>
              <p:cNvPr id="27" name="Picture 23">
                <a:extLst>
                  <a:ext uri="{FF2B5EF4-FFF2-40B4-BE49-F238E27FC236}">
                    <a16:creationId xmlns:a16="http://schemas.microsoft.com/office/drawing/2014/main" id="{110AB48C-DDFE-48D1-8DCB-AA60213CE490}"/>
                  </a:ext>
                </a:extLst>
              </p:cNvPr>
              <p:cNvPicPr>
                <a:picLocks noChangeAspect="1"/>
              </p:cNvPicPr>
              <p:nvPr/>
            </p:nvPicPr>
            <p:blipFill>
              <a:blip r:embed="rId2" cstate="print">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194854" y="512890"/>
                <a:ext cx="4135433" cy="534580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grpSp>
            <p:nvGrpSpPr>
              <p:cNvPr id="28" name="Group 27">
                <a:extLst>
                  <a:ext uri="{FF2B5EF4-FFF2-40B4-BE49-F238E27FC236}">
                    <a16:creationId xmlns:a16="http://schemas.microsoft.com/office/drawing/2014/main" id="{81FC65CB-AAE0-4C95-9D96-3E6D7BB307CA}"/>
                  </a:ext>
                </a:extLst>
              </p:cNvPr>
              <p:cNvGrpSpPr/>
              <p:nvPr/>
            </p:nvGrpSpPr>
            <p:grpSpPr>
              <a:xfrm>
                <a:off x="7292868" y="2311930"/>
                <a:ext cx="2607012" cy="2607012"/>
                <a:chOff x="6633842" y="2500011"/>
                <a:chExt cx="2607012" cy="2607012"/>
              </a:xfrm>
              <a:solidFill>
                <a:schemeClr val="bg1"/>
              </a:solidFill>
            </p:grpSpPr>
            <p:sp>
              <p:nvSpPr>
                <p:cNvPr id="29" name="Oval 28">
                  <a:extLst>
                    <a:ext uri="{FF2B5EF4-FFF2-40B4-BE49-F238E27FC236}">
                      <a16:creationId xmlns:a16="http://schemas.microsoft.com/office/drawing/2014/main" id="{77DA03E8-4FD1-4085-8BC4-28C97925125C}"/>
                    </a:ext>
                  </a:extLst>
                </p:cNvPr>
                <p:cNvSpPr/>
                <p:nvPr/>
              </p:nvSpPr>
              <p:spPr>
                <a:xfrm>
                  <a:off x="6633842" y="2500011"/>
                  <a:ext cx="2607012" cy="2607012"/>
                </a:xfrm>
                <a:prstGeom prst="ellipse">
                  <a:avLst/>
                </a:prstGeom>
                <a:solidFill>
                  <a:srgbClr val="2C4E8C"/>
                </a:solidFill>
                <a:ln w="3175">
                  <a:solidFill>
                    <a:schemeClr val="accent5">
                      <a:lumMod val="50000"/>
                    </a:schemeClr>
                  </a:solidFill>
                </a:ln>
                <a:effectLst>
                  <a:outerShdw blurRad="190500" dist="190500" dir="2700000" sx="97000" sy="97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0" name="Rectangle 29">
                  <a:extLst>
                    <a:ext uri="{FF2B5EF4-FFF2-40B4-BE49-F238E27FC236}">
                      <a16:creationId xmlns:a16="http://schemas.microsoft.com/office/drawing/2014/main" id="{9E77564B-AD84-4B12-B8A6-1A89060E4880}"/>
                    </a:ext>
                  </a:extLst>
                </p:cNvPr>
                <p:cNvSpPr/>
                <p:nvPr/>
              </p:nvSpPr>
              <p:spPr>
                <a:xfrm>
                  <a:off x="6981918" y="2994075"/>
                  <a:ext cx="1910860" cy="1870013"/>
                </a:xfrm>
                <a:prstGeom prst="rect">
                  <a:avLst/>
                </a:prstGeom>
                <a:noFill/>
              </p:spPr>
              <p:txBody>
                <a:bodyPr spcFirstLastPara="1" wrap="none">
                  <a:prstTxWarp prst="textButton">
                    <a:avLst>
                      <a:gd name="adj" fmla="val 10828397"/>
                    </a:avLst>
                  </a:prstTxWarp>
                  <a:spAutoFit/>
                </a:bodyPr>
                <a:lstStyle/>
                <a:p>
                  <a:pPr algn="ctr">
                    <a:defRPr/>
                  </a:pPr>
                  <a:r>
                    <a:rPr lang="en-US" sz="4000" b="1" spc="50" dirty="0">
                      <a:ln w="0"/>
                      <a:solidFill>
                        <a:schemeClr val="bg1"/>
                      </a:solidFill>
                      <a:latin typeface="Stencil" panose="040409050D0802020404" pitchFamily="82" charset="0"/>
                      <a:ea typeface="Open Sans Extrabold" panose="020B0906030804020204" pitchFamily="34" charset="0"/>
                      <a:cs typeface="Open Sans Extrabold" panose="020B0906030804020204" pitchFamily="34" charset="0"/>
                    </a:rPr>
                    <a:t>Hands-On</a:t>
                  </a:r>
                </a:p>
                <a:p>
                  <a:pPr algn="ctr">
                    <a:defRPr/>
                  </a:pPr>
                  <a:endParaRPr lang="en-US" sz="4000" b="1" spc="50" dirty="0">
                    <a:ln w="0"/>
                    <a:latin typeface="Stencil" panose="040409050D0802020404" pitchFamily="82" charset="0"/>
                    <a:ea typeface="Open Sans Extrabold" panose="020B0906030804020204" pitchFamily="34" charset="0"/>
                    <a:cs typeface="Open Sans Extrabold" panose="020B0906030804020204" pitchFamily="34" charset="0"/>
                  </a:endParaRPr>
                </a:p>
                <a:p>
                  <a:pPr algn="ctr">
                    <a:defRPr/>
                  </a:pPr>
                  <a:r>
                    <a:rPr lang="en-US" sz="4000" b="1" spc="800" dirty="0">
                      <a:ln w="0"/>
                      <a:solidFill>
                        <a:schemeClr val="bg1"/>
                      </a:solidFill>
                      <a:latin typeface="Stencil" panose="040409050D0802020404" pitchFamily="82" charset="0"/>
                      <a:ea typeface="Open Sans Extrabold" panose="020B0906030804020204" pitchFamily="34" charset="0"/>
                      <a:cs typeface="Open Sans Extrabold" panose="020B0906030804020204" pitchFamily="34" charset="0"/>
                    </a:rPr>
                    <a:t>TECH</a:t>
                  </a:r>
                </a:p>
              </p:txBody>
            </p:sp>
          </p:grpSp>
        </p:grpSp>
        <p:pic>
          <p:nvPicPr>
            <p:cNvPr id="26" name="Picture 7">
              <a:extLst>
                <a:ext uri="{FF2B5EF4-FFF2-40B4-BE49-F238E27FC236}">
                  <a16:creationId xmlns:a16="http://schemas.microsoft.com/office/drawing/2014/main" id="{70C73D2D-5BC8-4AFD-9EFE-C97A1A6C25CA}"/>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66730" y="3176699"/>
              <a:ext cx="859287" cy="85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408864550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117183" cy="1325563"/>
          </a:xfrm>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39958280-BFA4-4825-A934-A467501A75D4}" type="datetimeFigureOut">
              <a:rPr lang="en-US">
                <a:solidFill>
                  <a:srgbClr val="5B9BD5">
                    <a:lumMod val="50000"/>
                  </a:srgbClr>
                </a:solidFill>
              </a:rPr>
              <a:pPr>
                <a:defRPr/>
              </a:pPr>
              <a:t>11/4/2022</a:t>
            </a:fld>
            <a:endParaRPr lang="en-US" dirty="0">
              <a:solidFill>
                <a:srgbClr val="5B9BD5">
                  <a:lumMod val="50000"/>
                </a:srgb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dirty="0">
              <a:solidFill>
                <a:srgbClr val="5B9BD5">
                  <a:lumMod val="50000"/>
                </a:srgbClr>
              </a:solidFill>
            </a:endParaRPr>
          </a:p>
        </p:txBody>
      </p:sp>
      <p:sp>
        <p:nvSpPr>
          <p:cNvPr id="6" name="Slide Number Placeholder 5"/>
          <p:cNvSpPr>
            <a:spLocks noGrp="1"/>
          </p:cNvSpPr>
          <p:nvPr>
            <p:ph type="sldNum" sz="quarter" idx="12"/>
          </p:nvPr>
        </p:nvSpPr>
        <p:spPr/>
        <p:txBody>
          <a:bodyPr/>
          <a:lstStyle>
            <a:lvl1pPr>
              <a:defRPr/>
            </a:lvl1pPr>
          </a:lstStyle>
          <a:p>
            <a:pPr>
              <a:defRPr/>
            </a:pPr>
            <a:fld id="{F1AE033A-B19D-49CF-A90B-092B820E8F1C}" type="slidenum">
              <a:rPr lang="en-US">
                <a:solidFill>
                  <a:srgbClr val="5B9BD5">
                    <a:lumMod val="50000"/>
                  </a:srgbClr>
                </a:solidFill>
              </a:rPr>
              <a:pPr>
                <a:defRPr/>
              </a:pPr>
              <a:t>‹#›</a:t>
            </a:fld>
            <a:endParaRPr lang="en-US" dirty="0">
              <a:solidFill>
                <a:srgbClr val="5B9BD5">
                  <a:lumMod val="50000"/>
                </a:srgbClr>
              </a:solidFill>
            </a:endParaRPr>
          </a:p>
        </p:txBody>
      </p:sp>
      <p:grpSp>
        <p:nvGrpSpPr>
          <p:cNvPr id="9" name="Group 25">
            <a:extLst>
              <a:ext uri="{FF2B5EF4-FFF2-40B4-BE49-F238E27FC236}">
                <a16:creationId xmlns:a16="http://schemas.microsoft.com/office/drawing/2014/main" id="{F2076B4A-B2A2-46F8-BBDB-EFFAD9186AE6}"/>
              </a:ext>
            </a:extLst>
          </p:cNvPr>
          <p:cNvGrpSpPr>
            <a:grpSpLocks/>
          </p:cNvGrpSpPr>
          <p:nvPr userDrawn="1"/>
        </p:nvGrpSpPr>
        <p:grpSpPr bwMode="auto">
          <a:xfrm>
            <a:off x="11340091" y="78032"/>
            <a:ext cx="770286" cy="1023144"/>
            <a:chOff x="6194854" y="512890"/>
            <a:chExt cx="4135433" cy="5345804"/>
          </a:xfrm>
        </p:grpSpPr>
        <p:grpSp>
          <p:nvGrpSpPr>
            <p:cNvPr id="10" name="Group 24">
              <a:extLst>
                <a:ext uri="{FF2B5EF4-FFF2-40B4-BE49-F238E27FC236}">
                  <a16:creationId xmlns:a16="http://schemas.microsoft.com/office/drawing/2014/main" id="{0BA3C0DF-2D0C-4BA9-8693-FA49971326B7}"/>
                </a:ext>
              </a:extLst>
            </p:cNvPr>
            <p:cNvGrpSpPr>
              <a:grpSpLocks/>
            </p:cNvGrpSpPr>
            <p:nvPr/>
          </p:nvGrpSpPr>
          <p:grpSpPr bwMode="auto">
            <a:xfrm>
              <a:off x="6194854" y="512890"/>
              <a:ext cx="4135433" cy="5345804"/>
              <a:chOff x="6194854" y="512890"/>
              <a:chExt cx="4135433" cy="5345804"/>
            </a:xfrm>
          </p:grpSpPr>
          <p:pic>
            <p:nvPicPr>
              <p:cNvPr id="12" name="Picture 23">
                <a:extLst>
                  <a:ext uri="{FF2B5EF4-FFF2-40B4-BE49-F238E27FC236}">
                    <a16:creationId xmlns:a16="http://schemas.microsoft.com/office/drawing/2014/main" id="{63C0FDE8-AB94-4790-854B-A01EB9CC4F6B}"/>
                  </a:ext>
                </a:extLst>
              </p:cNvPr>
              <p:cNvPicPr>
                <a:picLocks noChangeAspect="1"/>
              </p:cNvPicPr>
              <p:nvPr/>
            </p:nvPicPr>
            <p:blipFill>
              <a:blip r:embed="rId2" cstate="print">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194854" y="512890"/>
                <a:ext cx="4135433" cy="534580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grpSp>
            <p:nvGrpSpPr>
              <p:cNvPr id="13" name="Group 12">
                <a:extLst>
                  <a:ext uri="{FF2B5EF4-FFF2-40B4-BE49-F238E27FC236}">
                    <a16:creationId xmlns:a16="http://schemas.microsoft.com/office/drawing/2014/main" id="{C1C270D2-2928-4A68-8A5A-E5919479DBE7}"/>
                  </a:ext>
                </a:extLst>
              </p:cNvPr>
              <p:cNvGrpSpPr/>
              <p:nvPr/>
            </p:nvGrpSpPr>
            <p:grpSpPr>
              <a:xfrm>
                <a:off x="7292868" y="2311930"/>
                <a:ext cx="2607012" cy="2607012"/>
                <a:chOff x="6633842" y="2500011"/>
                <a:chExt cx="2607012" cy="2607012"/>
              </a:xfrm>
              <a:solidFill>
                <a:schemeClr val="bg1"/>
              </a:solidFill>
            </p:grpSpPr>
            <p:sp>
              <p:nvSpPr>
                <p:cNvPr id="14" name="Oval 13">
                  <a:extLst>
                    <a:ext uri="{FF2B5EF4-FFF2-40B4-BE49-F238E27FC236}">
                      <a16:creationId xmlns:a16="http://schemas.microsoft.com/office/drawing/2014/main" id="{FF2B2184-9778-43BB-B9E9-E0116149E788}"/>
                    </a:ext>
                  </a:extLst>
                </p:cNvPr>
                <p:cNvSpPr/>
                <p:nvPr/>
              </p:nvSpPr>
              <p:spPr>
                <a:xfrm>
                  <a:off x="6633842" y="2500011"/>
                  <a:ext cx="2607012" cy="2607012"/>
                </a:xfrm>
                <a:prstGeom prst="ellipse">
                  <a:avLst/>
                </a:prstGeom>
                <a:solidFill>
                  <a:srgbClr val="2C4E8C"/>
                </a:solidFill>
                <a:ln w="3175">
                  <a:solidFill>
                    <a:schemeClr val="accent5">
                      <a:lumMod val="50000"/>
                    </a:schemeClr>
                  </a:solidFill>
                </a:ln>
                <a:effectLst>
                  <a:outerShdw blurRad="190500" dist="190500" dir="2700000" sx="97000" sy="97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5" name="Rectangle 14">
                  <a:extLst>
                    <a:ext uri="{FF2B5EF4-FFF2-40B4-BE49-F238E27FC236}">
                      <a16:creationId xmlns:a16="http://schemas.microsoft.com/office/drawing/2014/main" id="{2C5926DD-96A2-4CEA-A2BD-0DE543DB9668}"/>
                    </a:ext>
                  </a:extLst>
                </p:cNvPr>
                <p:cNvSpPr/>
                <p:nvPr/>
              </p:nvSpPr>
              <p:spPr>
                <a:xfrm>
                  <a:off x="6981918" y="2994075"/>
                  <a:ext cx="1910860" cy="1870013"/>
                </a:xfrm>
                <a:prstGeom prst="rect">
                  <a:avLst/>
                </a:prstGeom>
                <a:noFill/>
              </p:spPr>
              <p:txBody>
                <a:bodyPr spcFirstLastPara="1" wrap="none">
                  <a:prstTxWarp prst="textButton">
                    <a:avLst>
                      <a:gd name="adj" fmla="val 10828397"/>
                    </a:avLst>
                  </a:prstTxWarp>
                  <a:spAutoFit/>
                </a:bodyPr>
                <a:lstStyle/>
                <a:p>
                  <a:pPr algn="ctr">
                    <a:defRPr/>
                  </a:pPr>
                  <a:r>
                    <a:rPr lang="en-US" sz="4000" b="1" spc="50" dirty="0">
                      <a:ln w="0"/>
                      <a:solidFill>
                        <a:schemeClr val="bg1"/>
                      </a:solidFill>
                      <a:latin typeface="Stencil" panose="040409050D0802020404" pitchFamily="82" charset="0"/>
                      <a:ea typeface="Open Sans Extrabold" panose="020B0906030804020204" pitchFamily="34" charset="0"/>
                      <a:cs typeface="Open Sans Extrabold" panose="020B0906030804020204" pitchFamily="34" charset="0"/>
                    </a:rPr>
                    <a:t>Hands-On</a:t>
                  </a:r>
                </a:p>
                <a:p>
                  <a:pPr algn="ctr">
                    <a:defRPr/>
                  </a:pPr>
                  <a:endParaRPr lang="en-US" sz="4000" b="1" spc="50" dirty="0">
                    <a:ln w="0"/>
                    <a:latin typeface="Stencil" panose="040409050D0802020404" pitchFamily="82" charset="0"/>
                    <a:ea typeface="Open Sans Extrabold" panose="020B0906030804020204" pitchFamily="34" charset="0"/>
                    <a:cs typeface="Open Sans Extrabold" panose="020B0906030804020204" pitchFamily="34" charset="0"/>
                  </a:endParaRPr>
                </a:p>
                <a:p>
                  <a:pPr algn="ctr">
                    <a:defRPr/>
                  </a:pPr>
                  <a:r>
                    <a:rPr lang="en-US" sz="4000" b="1" spc="800" dirty="0">
                      <a:ln w="0"/>
                      <a:solidFill>
                        <a:schemeClr val="bg1"/>
                      </a:solidFill>
                      <a:latin typeface="Stencil" panose="040409050D0802020404" pitchFamily="82" charset="0"/>
                      <a:ea typeface="Open Sans Extrabold" panose="020B0906030804020204" pitchFamily="34" charset="0"/>
                      <a:cs typeface="Open Sans Extrabold" panose="020B0906030804020204" pitchFamily="34" charset="0"/>
                    </a:rPr>
                    <a:t>TECH</a:t>
                  </a:r>
                </a:p>
              </p:txBody>
            </p:sp>
          </p:grpSp>
        </p:grpSp>
        <p:pic>
          <p:nvPicPr>
            <p:cNvPr id="11" name="Picture 7">
              <a:extLst>
                <a:ext uri="{FF2B5EF4-FFF2-40B4-BE49-F238E27FC236}">
                  <a16:creationId xmlns:a16="http://schemas.microsoft.com/office/drawing/2014/main" id="{657D7743-5BCE-47CA-AFF5-6F0009B4CD3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66730" y="3176699"/>
              <a:ext cx="859287" cy="85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408401536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accent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lvl1pPr>
              <a:defRPr/>
            </a:lvl1pPr>
          </a:lstStyle>
          <a:p>
            <a:pPr>
              <a:defRPr/>
            </a:pPr>
            <a:fld id="{875FF590-B112-4B44-A406-18CE38CD20E7}" type="datetimeFigureOut">
              <a:rPr lang="en-US">
                <a:solidFill>
                  <a:srgbClr val="5B9BD5">
                    <a:lumMod val="50000"/>
                  </a:srgbClr>
                </a:solidFill>
              </a:rPr>
              <a:pPr>
                <a:defRPr/>
              </a:pPr>
              <a:t>11/4/2022</a:t>
            </a:fld>
            <a:endParaRPr lang="en-US" dirty="0">
              <a:solidFill>
                <a:srgbClr val="5B9BD5">
                  <a:lumMod val="50000"/>
                </a:srgb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dirty="0">
              <a:solidFill>
                <a:srgbClr val="5B9BD5">
                  <a:lumMod val="50000"/>
                </a:srgbClr>
              </a:solidFill>
            </a:endParaRPr>
          </a:p>
        </p:txBody>
      </p:sp>
      <p:sp>
        <p:nvSpPr>
          <p:cNvPr id="6" name="Slide Number Placeholder 5"/>
          <p:cNvSpPr>
            <a:spLocks noGrp="1"/>
          </p:cNvSpPr>
          <p:nvPr>
            <p:ph type="sldNum" sz="quarter" idx="12"/>
          </p:nvPr>
        </p:nvSpPr>
        <p:spPr/>
        <p:txBody>
          <a:bodyPr/>
          <a:lstStyle>
            <a:lvl1pPr>
              <a:defRPr/>
            </a:lvl1pPr>
          </a:lstStyle>
          <a:p>
            <a:pPr>
              <a:defRPr/>
            </a:pPr>
            <a:fld id="{35666FFC-2563-4B81-8267-1373BA97B635}" type="slidenum">
              <a:rPr lang="en-US">
                <a:solidFill>
                  <a:srgbClr val="5B9BD5">
                    <a:lumMod val="50000"/>
                  </a:srgbClr>
                </a:solidFill>
              </a:rPr>
              <a:pPr>
                <a:defRPr/>
              </a:pPr>
              <a:t>‹#›</a:t>
            </a:fld>
            <a:endParaRPr lang="en-US" dirty="0">
              <a:solidFill>
                <a:srgbClr val="5B9BD5">
                  <a:lumMod val="50000"/>
                </a:srgbClr>
              </a:solidFill>
            </a:endParaRPr>
          </a:p>
        </p:txBody>
      </p:sp>
      <p:grpSp>
        <p:nvGrpSpPr>
          <p:cNvPr id="16" name="Group 25">
            <a:extLst>
              <a:ext uri="{FF2B5EF4-FFF2-40B4-BE49-F238E27FC236}">
                <a16:creationId xmlns:a16="http://schemas.microsoft.com/office/drawing/2014/main" id="{9E0B9AA6-416C-4A44-A440-F85FFF27B8D6}"/>
              </a:ext>
            </a:extLst>
          </p:cNvPr>
          <p:cNvGrpSpPr>
            <a:grpSpLocks/>
          </p:cNvGrpSpPr>
          <p:nvPr userDrawn="1"/>
        </p:nvGrpSpPr>
        <p:grpSpPr bwMode="auto">
          <a:xfrm>
            <a:off x="11347450" y="98425"/>
            <a:ext cx="770286" cy="1023144"/>
            <a:chOff x="6194854" y="512890"/>
            <a:chExt cx="4135433" cy="5345804"/>
          </a:xfrm>
        </p:grpSpPr>
        <p:grpSp>
          <p:nvGrpSpPr>
            <p:cNvPr id="17" name="Group 24">
              <a:extLst>
                <a:ext uri="{FF2B5EF4-FFF2-40B4-BE49-F238E27FC236}">
                  <a16:creationId xmlns:a16="http://schemas.microsoft.com/office/drawing/2014/main" id="{7A9E0C06-7B9D-487C-B7EF-DE974FABF429}"/>
                </a:ext>
              </a:extLst>
            </p:cNvPr>
            <p:cNvGrpSpPr>
              <a:grpSpLocks/>
            </p:cNvGrpSpPr>
            <p:nvPr/>
          </p:nvGrpSpPr>
          <p:grpSpPr bwMode="auto">
            <a:xfrm>
              <a:off x="6194854" y="512890"/>
              <a:ext cx="4135433" cy="5345804"/>
              <a:chOff x="6194854" y="512890"/>
              <a:chExt cx="4135433" cy="5345804"/>
            </a:xfrm>
          </p:grpSpPr>
          <p:pic>
            <p:nvPicPr>
              <p:cNvPr id="19" name="Picture 23">
                <a:extLst>
                  <a:ext uri="{FF2B5EF4-FFF2-40B4-BE49-F238E27FC236}">
                    <a16:creationId xmlns:a16="http://schemas.microsoft.com/office/drawing/2014/main" id="{5E74CFC3-5B91-44C1-9EAC-6AAEFC4B7198}"/>
                  </a:ext>
                </a:extLst>
              </p:cNvPr>
              <p:cNvPicPr>
                <a:picLocks noChangeAspect="1"/>
              </p:cNvPicPr>
              <p:nvPr/>
            </p:nvPicPr>
            <p:blipFill>
              <a:blip r:embed="rId2" cstate="print">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194854" y="512890"/>
                <a:ext cx="4135433" cy="534580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grpSp>
            <p:nvGrpSpPr>
              <p:cNvPr id="20" name="Group 19">
                <a:extLst>
                  <a:ext uri="{FF2B5EF4-FFF2-40B4-BE49-F238E27FC236}">
                    <a16:creationId xmlns:a16="http://schemas.microsoft.com/office/drawing/2014/main" id="{F272C3B2-26A9-4113-B440-A8E67382D6C5}"/>
                  </a:ext>
                </a:extLst>
              </p:cNvPr>
              <p:cNvGrpSpPr/>
              <p:nvPr/>
            </p:nvGrpSpPr>
            <p:grpSpPr>
              <a:xfrm>
                <a:off x="7292868" y="2311930"/>
                <a:ext cx="2607012" cy="2607012"/>
                <a:chOff x="6633842" y="2500011"/>
                <a:chExt cx="2607012" cy="2607012"/>
              </a:xfrm>
              <a:solidFill>
                <a:schemeClr val="bg1"/>
              </a:solidFill>
            </p:grpSpPr>
            <p:sp>
              <p:nvSpPr>
                <p:cNvPr id="21" name="Oval 20">
                  <a:extLst>
                    <a:ext uri="{FF2B5EF4-FFF2-40B4-BE49-F238E27FC236}">
                      <a16:creationId xmlns:a16="http://schemas.microsoft.com/office/drawing/2014/main" id="{7D7276F7-6022-4080-ACB9-788C4E43548D}"/>
                    </a:ext>
                  </a:extLst>
                </p:cNvPr>
                <p:cNvSpPr/>
                <p:nvPr/>
              </p:nvSpPr>
              <p:spPr>
                <a:xfrm>
                  <a:off x="6633842" y="2500011"/>
                  <a:ext cx="2607012" cy="2607012"/>
                </a:xfrm>
                <a:prstGeom prst="ellipse">
                  <a:avLst/>
                </a:prstGeom>
                <a:solidFill>
                  <a:srgbClr val="2C4E8C"/>
                </a:solidFill>
                <a:ln w="3175">
                  <a:solidFill>
                    <a:schemeClr val="accent5">
                      <a:lumMod val="50000"/>
                    </a:schemeClr>
                  </a:solidFill>
                </a:ln>
                <a:effectLst>
                  <a:outerShdw blurRad="190500" dist="190500" dir="2700000" sx="97000" sy="97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2" name="Rectangle 21">
                  <a:extLst>
                    <a:ext uri="{FF2B5EF4-FFF2-40B4-BE49-F238E27FC236}">
                      <a16:creationId xmlns:a16="http://schemas.microsoft.com/office/drawing/2014/main" id="{D63D5E52-8473-4918-85D9-0B4DD6D79F2F}"/>
                    </a:ext>
                  </a:extLst>
                </p:cNvPr>
                <p:cNvSpPr/>
                <p:nvPr/>
              </p:nvSpPr>
              <p:spPr>
                <a:xfrm>
                  <a:off x="6981918" y="2994075"/>
                  <a:ext cx="1910860" cy="1870013"/>
                </a:xfrm>
                <a:prstGeom prst="rect">
                  <a:avLst/>
                </a:prstGeom>
                <a:noFill/>
              </p:spPr>
              <p:txBody>
                <a:bodyPr spcFirstLastPara="1" wrap="none">
                  <a:prstTxWarp prst="textButton">
                    <a:avLst>
                      <a:gd name="adj" fmla="val 10828397"/>
                    </a:avLst>
                  </a:prstTxWarp>
                  <a:spAutoFit/>
                </a:bodyPr>
                <a:lstStyle/>
                <a:p>
                  <a:pPr algn="ctr">
                    <a:defRPr/>
                  </a:pPr>
                  <a:r>
                    <a:rPr lang="en-US" sz="4000" b="1" spc="50" dirty="0">
                      <a:ln w="0"/>
                      <a:solidFill>
                        <a:schemeClr val="bg1"/>
                      </a:solidFill>
                      <a:latin typeface="Stencil" panose="040409050D0802020404" pitchFamily="82" charset="0"/>
                      <a:ea typeface="Open Sans Extrabold" panose="020B0906030804020204" pitchFamily="34" charset="0"/>
                      <a:cs typeface="Open Sans Extrabold" panose="020B0906030804020204" pitchFamily="34" charset="0"/>
                    </a:rPr>
                    <a:t>Hands-On</a:t>
                  </a:r>
                </a:p>
                <a:p>
                  <a:pPr algn="ctr">
                    <a:defRPr/>
                  </a:pPr>
                  <a:endParaRPr lang="en-US" sz="4000" b="1" spc="50" dirty="0">
                    <a:ln w="0"/>
                    <a:latin typeface="Stencil" panose="040409050D0802020404" pitchFamily="82" charset="0"/>
                    <a:ea typeface="Open Sans Extrabold" panose="020B0906030804020204" pitchFamily="34" charset="0"/>
                    <a:cs typeface="Open Sans Extrabold" panose="020B0906030804020204" pitchFamily="34" charset="0"/>
                  </a:endParaRPr>
                </a:p>
                <a:p>
                  <a:pPr algn="ctr">
                    <a:defRPr/>
                  </a:pPr>
                  <a:r>
                    <a:rPr lang="en-US" sz="4000" b="1" spc="800" dirty="0">
                      <a:ln w="0"/>
                      <a:solidFill>
                        <a:schemeClr val="bg1"/>
                      </a:solidFill>
                      <a:latin typeface="Stencil" panose="040409050D0802020404" pitchFamily="82" charset="0"/>
                      <a:ea typeface="Open Sans Extrabold" panose="020B0906030804020204" pitchFamily="34" charset="0"/>
                      <a:cs typeface="Open Sans Extrabold" panose="020B0906030804020204" pitchFamily="34" charset="0"/>
                    </a:rPr>
                    <a:t>TECH</a:t>
                  </a:r>
                </a:p>
              </p:txBody>
            </p:sp>
          </p:grpSp>
        </p:grpSp>
        <p:pic>
          <p:nvPicPr>
            <p:cNvPr id="18" name="Picture 7">
              <a:extLst>
                <a:ext uri="{FF2B5EF4-FFF2-40B4-BE49-F238E27FC236}">
                  <a16:creationId xmlns:a16="http://schemas.microsoft.com/office/drawing/2014/main" id="{E5C807C4-752B-46B5-8871-EA224EDAC3A7}"/>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66730" y="3176699"/>
              <a:ext cx="859287" cy="85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54040717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117183" cy="1325563"/>
          </a:xfrm>
        </p:spPr>
        <p:txBody>
          <a:bodyPr/>
          <a:lstStyle/>
          <a:p>
            <a:r>
              <a:rPr lang="en-US" dirty="0"/>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EFC97DEB-BC56-4560-A458-AE06CC223046}" type="datetimeFigureOut">
              <a:rPr lang="en-US">
                <a:solidFill>
                  <a:srgbClr val="5B9BD5">
                    <a:lumMod val="50000"/>
                  </a:srgbClr>
                </a:solidFill>
              </a:rPr>
              <a:pPr>
                <a:defRPr/>
              </a:pPr>
              <a:t>11/4/2022</a:t>
            </a:fld>
            <a:endParaRPr lang="en-US" dirty="0">
              <a:solidFill>
                <a:srgbClr val="5B9BD5">
                  <a:lumMod val="50000"/>
                </a:srgb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dirty="0">
              <a:solidFill>
                <a:srgbClr val="5B9BD5">
                  <a:lumMod val="50000"/>
                </a:srgbClr>
              </a:solidFill>
            </a:endParaRPr>
          </a:p>
        </p:txBody>
      </p:sp>
      <p:sp>
        <p:nvSpPr>
          <p:cNvPr id="7" name="Slide Number Placeholder 5"/>
          <p:cNvSpPr>
            <a:spLocks noGrp="1"/>
          </p:cNvSpPr>
          <p:nvPr>
            <p:ph type="sldNum" sz="quarter" idx="12"/>
          </p:nvPr>
        </p:nvSpPr>
        <p:spPr/>
        <p:txBody>
          <a:bodyPr/>
          <a:lstStyle>
            <a:lvl1pPr>
              <a:defRPr/>
            </a:lvl1pPr>
          </a:lstStyle>
          <a:p>
            <a:pPr>
              <a:defRPr/>
            </a:pPr>
            <a:fld id="{0A6FE2CF-9601-4B85-9BF8-BA16520FD075}" type="slidenum">
              <a:rPr lang="en-US">
                <a:solidFill>
                  <a:srgbClr val="5B9BD5">
                    <a:lumMod val="50000"/>
                  </a:srgbClr>
                </a:solidFill>
              </a:rPr>
              <a:pPr>
                <a:defRPr/>
              </a:pPr>
              <a:t>‹#›</a:t>
            </a:fld>
            <a:endParaRPr lang="en-US" dirty="0">
              <a:solidFill>
                <a:srgbClr val="5B9BD5">
                  <a:lumMod val="50000"/>
                </a:srgbClr>
              </a:solidFill>
            </a:endParaRPr>
          </a:p>
        </p:txBody>
      </p:sp>
      <p:grpSp>
        <p:nvGrpSpPr>
          <p:cNvPr id="10" name="Group 25">
            <a:extLst>
              <a:ext uri="{FF2B5EF4-FFF2-40B4-BE49-F238E27FC236}">
                <a16:creationId xmlns:a16="http://schemas.microsoft.com/office/drawing/2014/main" id="{1307DEE6-CEDE-4492-8B2A-59C4B65CAF75}"/>
              </a:ext>
            </a:extLst>
          </p:cNvPr>
          <p:cNvGrpSpPr>
            <a:grpSpLocks/>
          </p:cNvGrpSpPr>
          <p:nvPr userDrawn="1"/>
        </p:nvGrpSpPr>
        <p:grpSpPr bwMode="auto">
          <a:xfrm>
            <a:off x="11347450" y="98425"/>
            <a:ext cx="770286" cy="1023144"/>
            <a:chOff x="6194854" y="512890"/>
            <a:chExt cx="4135433" cy="5345804"/>
          </a:xfrm>
        </p:grpSpPr>
        <p:grpSp>
          <p:nvGrpSpPr>
            <p:cNvPr id="11" name="Group 24">
              <a:extLst>
                <a:ext uri="{FF2B5EF4-FFF2-40B4-BE49-F238E27FC236}">
                  <a16:creationId xmlns:a16="http://schemas.microsoft.com/office/drawing/2014/main" id="{E57E021E-86DC-4A31-B3B4-36A000F8CD7D}"/>
                </a:ext>
              </a:extLst>
            </p:cNvPr>
            <p:cNvGrpSpPr>
              <a:grpSpLocks/>
            </p:cNvGrpSpPr>
            <p:nvPr/>
          </p:nvGrpSpPr>
          <p:grpSpPr bwMode="auto">
            <a:xfrm>
              <a:off x="6194854" y="512890"/>
              <a:ext cx="4135433" cy="5345804"/>
              <a:chOff x="6194854" y="512890"/>
              <a:chExt cx="4135433" cy="5345804"/>
            </a:xfrm>
          </p:grpSpPr>
          <p:pic>
            <p:nvPicPr>
              <p:cNvPr id="13" name="Picture 23">
                <a:extLst>
                  <a:ext uri="{FF2B5EF4-FFF2-40B4-BE49-F238E27FC236}">
                    <a16:creationId xmlns:a16="http://schemas.microsoft.com/office/drawing/2014/main" id="{0E81BA48-AC78-4C93-826A-72FC8694483B}"/>
                  </a:ext>
                </a:extLst>
              </p:cNvPr>
              <p:cNvPicPr>
                <a:picLocks noChangeAspect="1"/>
              </p:cNvPicPr>
              <p:nvPr/>
            </p:nvPicPr>
            <p:blipFill>
              <a:blip r:embed="rId2" cstate="print">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194854" y="512890"/>
                <a:ext cx="4135433" cy="534580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grpSp>
            <p:nvGrpSpPr>
              <p:cNvPr id="14" name="Group 13">
                <a:extLst>
                  <a:ext uri="{FF2B5EF4-FFF2-40B4-BE49-F238E27FC236}">
                    <a16:creationId xmlns:a16="http://schemas.microsoft.com/office/drawing/2014/main" id="{A772DCF3-9295-49C6-9BCF-3AE28B484F01}"/>
                  </a:ext>
                </a:extLst>
              </p:cNvPr>
              <p:cNvGrpSpPr/>
              <p:nvPr/>
            </p:nvGrpSpPr>
            <p:grpSpPr>
              <a:xfrm>
                <a:off x="7292868" y="2311930"/>
                <a:ext cx="2607012" cy="2607012"/>
                <a:chOff x="6633842" y="2500011"/>
                <a:chExt cx="2607012" cy="2607012"/>
              </a:xfrm>
              <a:solidFill>
                <a:schemeClr val="bg1"/>
              </a:solidFill>
            </p:grpSpPr>
            <p:sp>
              <p:nvSpPr>
                <p:cNvPr id="15" name="Oval 14">
                  <a:extLst>
                    <a:ext uri="{FF2B5EF4-FFF2-40B4-BE49-F238E27FC236}">
                      <a16:creationId xmlns:a16="http://schemas.microsoft.com/office/drawing/2014/main" id="{1C60817F-7BED-48A1-AF7B-6A136879801F}"/>
                    </a:ext>
                  </a:extLst>
                </p:cNvPr>
                <p:cNvSpPr/>
                <p:nvPr/>
              </p:nvSpPr>
              <p:spPr>
                <a:xfrm>
                  <a:off x="6633842" y="2500011"/>
                  <a:ext cx="2607012" cy="2607012"/>
                </a:xfrm>
                <a:prstGeom prst="ellipse">
                  <a:avLst/>
                </a:prstGeom>
                <a:solidFill>
                  <a:srgbClr val="2C4E8C"/>
                </a:solidFill>
                <a:ln w="3175">
                  <a:solidFill>
                    <a:schemeClr val="accent5">
                      <a:lumMod val="50000"/>
                    </a:schemeClr>
                  </a:solidFill>
                </a:ln>
                <a:effectLst>
                  <a:outerShdw blurRad="190500" dist="190500" dir="2700000" sx="97000" sy="97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6" name="Rectangle 15">
                  <a:extLst>
                    <a:ext uri="{FF2B5EF4-FFF2-40B4-BE49-F238E27FC236}">
                      <a16:creationId xmlns:a16="http://schemas.microsoft.com/office/drawing/2014/main" id="{047AF5F8-B145-4C9A-B9C8-9E5386DFFCFE}"/>
                    </a:ext>
                  </a:extLst>
                </p:cNvPr>
                <p:cNvSpPr/>
                <p:nvPr/>
              </p:nvSpPr>
              <p:spPr>
                <a:xfrm>
                  <a:off x="6981918" y="2994075"/>
                  <a:ext cx="1910860" cy="1870013"/>
                </a:xfrm>
                <a:prstGeom prst="rect">
                  <a:avLst/>
                </a:prstGeom>
                <a:noFill/>
              </p:spPr>
              <p:txBody>
                <a:bodyPr spcFirstLastPara="1" wrap="none">
                  <a:prstTxWarp prst="textButton">
                    <a:avLst>
                      <a:gd name="adj" fmla="val 10828397"/>
                    </a:avLst>
                  </a:prstTxWarp>
                  <a:spAutoFit/>
                </a:bodyPr>
                <a:lstStyle/>
                <a:p>
                  <a:pPr algn="ctr">
                    <a:defRPr/>
                  </a:pPr>
                  <a:r>
                    <a:rPr lang="en-US" sz="4000" b="1" spc="50" dirty="0">
                      <a:ln w="0"/>
                      <a:solidFill>
                        <a:schemeClr val="bg1"/>
                      </a:solidFill>
                      <a:latin typeface="Stencil" panose="040409050D0802020404" pitchFamily="82" charset="0"/>
                      <a:ea typeface="Open Sans Extrabold" panose="020B0906030804020204" pitchFamily="34" charset="0"/>
                      <a:cs typeface="Open Sans Extrabold" panose="020B0906030804020204" pitchFamily="34" charset="0"/>
                    </a:rPr>
                    <a:t>Hands-On</a:t>
                  </a:r>
                </a:p>
                <a:p>
                  <a:pPr algn="ctr">
                    <a:defRPr/>
                  </a:pPr>
                  <a:endParaRPr lang="en-US" sz="4000" b="1" spc="50" dirty="0">
                    <a:ln w="0"/>
                    <a:latin typeface="Stencil" panose="040409050D0802020404" pitchFamily="82" charset="0"/>
                    <a:ea typeface="Open Sans Extrabold" panose="020B0906030804020204" pitchFamily="34" charset="0"/>
                    <a:cs typeface="Open Sans Extrabold" panose="020B0906030804020204" pitchFamily="34" charset="0"/>
                  </a:endParaRPr>
                </a:p>
                <a:p>
                  <a:pPr algn="ctr">
                    <a:defRPr/>
                  </a:pPr>
                  <a:r>
                    <a:rPr lang="en-US" sz="4000" b="1" spc="800" dirty="0">
                      <a:ln w="0"/>
                      <a:solidFill>
                        <a:schemeClr val="bg1"/>
                      </a:solidFill>
                      <a:latin typeface="Stencil" panose="040409050D0802020404" pitchFamily="82" charset="0"/>
                      <a:ea typeface="Open Sans Extrabold" panose="020B0906030804020204" pitchFamily="34" charset="0"/>
                      <a:cs typeface="Open Sans Extrabold" panose="020B0906030804020204" pitchFamily="34" charset="0"/>
                    </a:rPr>
                    <a:t>TECH</a:t>
                  </a:r>
                </a:p>
              </p:txBody>
            </p:sp>
          </p:grpSp>
        </p:grpSp>
        <p:pic>
          <p:nvPicPr>
            <p:cNvPr id="12" name="Picture 7">
              <a:extLst>
                <a:ext uri="{FF2B5EF4-FFF2-40B4-BE49-F238E27FC236}">
                  <a16:creationId xmlns:a16="http://schemas.microsoft.com/office/drawing/2014/main" id="{DE5FE58E-5F73-4F63-A358-1A63812B44E7}"/>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66730" y="3176699"/>
              <a:ext cx="859287" cy="85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92225310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098178" cy="1325563"/>
          </a:xfrm>
        </p:spPr>
        <p:txBody>
          <a:bodyPr/>
          <a:lstStyle/>
          <a:p>
            <a:r>
              <a:rPr lang="en-US" dirty="0"/>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4C470213-55FA-4B70-BF14-17F5A45B85E0}" type="datetimeFigureOut">
              <a:rPr lang="en-US">
                <a:solidFill>
                  <a:srgbClr val="5B9BD5">
                    <a:lumMod val="50000"/>
                  </a:srgbClr>
                </a:solidFill>
              </a:rPr>
              <a:pPr>
                <a:defRPr/>
              </a:pPr>
              <a:t>11/4/2022</a:t>
            </a:fld>
            <a:endParaRPr lang="en-US" dirty="0">
              <a:solidFill>
                <a:srgbClr val="5B9BD5">
                  <a:lumMod val="50000"/>
                </a:srgbClr>
              </a:solidFill>
            </a:endParaRPr>
          </a:p>
        </p:txBody>
      </p:sp>
      <p:sp>
        <p:nvSpPr>
          <p:cNvPr id="8" name="Footer Placeholder 4"/>
          <p:cNvSpPr>
            <a:spLocks noGrp="1"/>
          </p:cNvSpPr>
          <p:nvPr>
            <p:ph type="ftr" sz="quarter" idx="11"/>
          </p:nvPr>
        </p:nvSpPr>
        <p:spPr/>
        <p:txBody>
          <a:bodyPr/>
          <a:lstStyle>
            <a:lvl1pPr>
              <a:defRPr/>
            </a:lvl1pPr>
          </a:lstStyle>
          <a:p>
            <a:pPr>
              <a:defRPr/>
            </a:pPr>
            <a:endParaRPr lang="en-US" dirty="0">
              <a:solidFill>
                <a:srgbClr val="5B9BD5">
                  <a:lumMod val="50000"/>
                </a:srgbClr>
              </a:solidFill>
            </a:endParaRPr>
          </a:p>
        </p:txBody>
      </p:sp>
      <p:sp>
        <p:nvSpPr>
          <p:cNvPr id="9" name="Slide Number Placeholder 5"/>
          <p:cNvSpPr>
            <a:spLocks noGrp="1"/>
          </p:cNvSpPr>
          <p:nvPr>
            <p:ph type="sldNum" sz="quarter" idx="12"/>
          </p:nvPr>
        </p:nvSpPr>
        <p:spPr/>
        <p:txBody>
          <a:bodyPr/>
          <a:lstStyle>
            <a:lvl1pPr>
              <a:defRPr/>
            </a:lvl1pPr>
          </a:lstStyle>
          <a:p>
            <a:pPr>
              <a:defRPr/>
            </a:pPr>
            <a:fld id="{4FD82458-11EF-483B-A907-F4BFC70E2997}" type="slidenum">
              <a:rPr lang="en-US">
                <a:solidFill>
                  <a:srgbClr val="5B9BD5">
                    <a:lumMod val="50000"/>
                  </a:srgbClr>
                </a:solidFill>
              </a:rPr>
              <a:pPr>
                <a:defRPr/>
              </a:pPr>
              <a:t>‹#›</a:t>
            </a:fld>
            <a:endParaRPr lang="en-US" dirty="0">
              <a:solidFill>
                <a:srgbClr val="5B9BD5">
                  <a:lumMod val="50000"/>
                </a:srgbClr>
              </a:solidFill>
            </a:endParaRPr>
          </a:p>
        </p:txBody>
      </p:sp>
      <p:grpSp>
        <p:nvGrpSpPr>
          <p:cNvPr id="12" name="Group 25">
            <a:extLst>
              <a:ext uri="{FF2B5EF4-FFF2-40B4-BE49-F238E27FC236}">
                <a16:creationId xmlns:a16="http://schemas.microsoft.com/office/drawing/2014/main" id="{66CC0EEA-2B83-41E5-A8A6-AEB5D9FF99B1}"/>
              </a:ext>
            </a:extLst>
          </p:cNvPr>
          <p:cNvGrpSpPr>
            <a:grpSpLocks/>
          </p:cNvGrpSpPr>
          <p:nvPr userDrawn="1"/>
        </p:nvGrpSpPr>
        <p:grpSpPr bwMode="auto">
          <a:xfrm>
            <a:off x="11347450" y="98425"/>
            <a:ext cx="770286" cy="1023144"/>
            <a:chOff x="6194854" y="512890"/>
            <a:chExt cx="4135433" cy="5345804"/>
          </a:xfrm>
        </p:grpSpPr>
        <p:grpSp>
          <p:nvGrpSpPr>
            <p:cNvPr id="13" name="Group 24">
              <a:extLst>
                <a:ext uri="{FF2B5EF4-FFF2-40B4-BE49-F238E27FC236}">
                  <a16:creationId xmlns:a16="http://schemas.microsoft.com/office/drawing/2014/main" id="{D969EE8E-7A4B-4897-978B-AD28564180FA}"/>
                </a:ext>
              </a:extLst>
            </p:cNvPr>
            <p:cNvGrpSpPr>
              <a:grpSpLocks/>
            </p:cNvGrpSpPr>
            <p:nvPr/>
          </p:nvGrpSpPr>
          <p:grpSpPr bwMode="auto">
            <a:xfrm>
              <a:off x="6194854" y="512890"/>
              <a:ext cx="4135433" cy="5345804"/>
              <a:chOff x="6194854" y="512890"/>
              <a:chExt cx="4135433" cy="5345804"/>
            </a:xfrm>
          </p:grpSpPr>
          <p:pic>
            <p:nvPicPr>
              <p:cNvPr id="15" name="Picture 23">
                <a:extLst>
                  <a:ext uri="{FF2B5EF4-FFF2-40B4-BE49-F238E27FC236}">
                    <a16:creationId xmlns:a16="http://schemas.microsoft.com/office/drawing/2014/main" id="{E7C93420-4012-43E6-BECB-06259D98A417}"/>
                  </a:ext>
                </a:extLst>
              </p:cNvPr>
              <p:cNvPicPr>
                <a:picLocks noChangeAspect="1"/>
              </p:cNvPicPr>
              <p:nvPr/>
            </p:nvPicPr>
            <p:blipFill>
              <a:blip r:embed="rId2" cstate="print">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194854" y="512890"/>
                <a:ext cx="4135433" cy="534580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grpSp>
            <p:nvGrpSpPr>
              <p:cNvPr id="16" name="Group 15">
                <a:extLst>
                  <a:ext uri="{FF2B5EF4-FFF2-40B4-BE49-F238E27FC236}">
                    <a16:creationId xmlns:a16="http://schemas.microsoft.com/office/drawing/2014/main" id="{B697F4B7-2A6A-4B31-BB4D-91088BFEF421}"/>
                  </a:ext>
                </a:extLst>
              </p:cNvPr>
              <p:cNvGrpSpPr/>
              <p:nvPr/>
            </p:nvGrpSpPr>
            <p:grpSpPr>
              <a:xfrm>
                <a:off x="7292868" y="2311930"/>
                <a:ext cx="2607012" cy="2607012"/>
                <a:chOff x="6633842" y="2500011"/>
                <a:chExt cx="2607012" cy="2607012"/>
              </a:xfrm>
              <a:solidFill>
                <a:schemeClr val="bg1"/>
              </a:solidFill>
            </p:grpSpPr>
            <p:sp>
              <p:nvSpPr>
                <p:cNvPr id="17" name="Oval 16">
                  <a:extLst>
                    <a:ext uri="{FF2B5EF4-FFF2-40B4-BE49-F238E27FC236}">
                      <a16:creationId xmlns:a16="http://schemas.microsoft.com/office/drawing/2014/main" id="{7809018A-2194-4FBF-B363-C9FB099B9AF4}"/>
                    </a:ext>
                  </a:extLst>
                </p:cNvPr>
                <p:cNvSpPr/>
                <p:nvPr/>
              </p:nvSpPr>
              <p:spPr>
                <a:xfrm>
                  <a:off x="6633842" y="2500011"/>
                  <a:ext cx="2607012" cy="2607012"/>
                </a:xfrm>
                <a:prstGeom prst="ellipse">
                  <a:avLst/>
                </a:prstGeom>
                <a:solidFill>
                  <a:srgbClr val="2C4E8C"/>
                </a:solidFill>
                <a:ln w="3175">
                  <a:solidFill>
                    <a:schemeClr val="accent5">
                      <a:lumMod val="50000"/>
                    </a:schemeClr>
                  </a:solidFill>
                </a:ln>
                <a:effectLst>
                  <a:outerShdw blurRad="190500" dist="190500" dir="2700000" sx="97000" sy="97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8" name="Rectangle 17">
                  <a:extLst>
                    <a:ext uri="{FF2B5EF4-FFF2-40B4-BE49-F238E27FC236}">
                      <a16:creationId xmlns:a16="http://schemas.microsoft.com/office/drawing/2014/main" id="{2C86AF40-AD11-4071-AB49-8ABFDE0C831E}"/>
                    </a:ext>
                  </a:extLst>
                </p:cNvPr>
                <p:cNvSpPr/>
                <p:nvPr/>
              </p:nvSpPr>
              <p:spPr>
                <a:xfrm>
                  <a:off x="6981918" y="2994075"/>
                  <a:ext cx="1910860" cy="1870013"/>
                </a:xfrm>
                <a:prstGeom prst="rect">
                  <a:avLst/>
                </a:prstGeom>
                <a:noFill/>
              </p:spPr>
              <p:txBody>
                <a:bodyPr spcFirstLastPara="1" wrap="none">
                  <a:prstTxWarp prst="textButton">
                    <a:avLst>
                      <a:gd name="adj" fmla="val 10828397"/>
                    </a:avLst>
                  </a:prstTxWarp>
                  <a:spAutoFit/>
                </a:bodyPr>
                <a:lstStyle/>
                <a:p>
                  <a:pPr algn="ctr">
                    <a:defRPr/>
                  </a:pPr>
                  <a:r>
                    <a:rPr lang="en-US" sz="4000" b="1" spc="50" dirty="0">
                      <a:ln w="0"/>
                      <a:solidFill>
                        <a:schemeClr val="bg1"/>
                      </a:solidFill>
                      <a:latin typeface="Stencil" panose="040409050D0802020404" pitchFamily="82" charset="0"/>
                      <a:ea typeface="Open Sans Extrabold" panose="020B0906030804020204" pitchFamily="34" charset="0"/>
                      <a:cs typeface="Open Sans Extrabold" panose="020B0906030804020204" pitchFamily="34" charset="0"/>
                    </a:rPr>
                    <a:t>Hands-On</a:t>
                  </a:r>
                </a:p>
                <a:p>
                  <a:pPr algn="ctr">
                    <a:defRPr/>
                  </a:pPr>
                  <a:endParaRPr lang="en-US" sz="4000" b="1" spc="50" dirty="0">
                    <a:ln w="0"/>
                    <a:latin typeface="Stencil" panose="040409050D0802020404" pitchFamily="82" charset="0"/>
                    <a:ea typeface="Open Sans Extrabold" panose="020B0906030804020204" pitchFamily="34" charset="0"/>
                    <a:cs typeface="Open Sans Extrabold" panose="020B0906030804020204" pitchFamily="34" charset="0"/>
                  </a:endParaRPr>
                </a:p>
                <a:p>
                  <a:pPr algn="ctr">
                    <a:defRPr/>
                  </a:pPr>
                  <a:r>
                    <a:rPr lang="en-US" sz="4000" b="1" spc="800" dirty="0">
                      <a:ln w="0"/>
                      <a:solidFill>
                        <a:schemeClr val="bg1"/>
                      </a:solidFill>
                      <a:latin typeface="Stencil" panose="040409050D0802020404" pitchFamily="82" charset="0"/>
                      <a:ea typeface="Open Sans Extrabold" panose="020B0906030804020204" pitchFamily="34" charset="0"/>
                      <a:cs typeface="Open Sans Extrabold" panose="020B0906030804020204" pitchFamily="34" charset="0"/>
                    </a:rPr>
                    <a:t>TECH</a:t>
                  </a:r>
                </a:p>
              </p:txBody>
            </p:sp>
          </p:grpSp>
        </p:grpSp>
        <p:pic>
          <p:nvPicPr>
            <p:cNvPr id="14" name="Picture 7">
              <a:extLst>
                <a:ext uri="{FF2B5EF4-FFF2-40B4-BE49-F238E27FC236}">
                  <a16:creationId xmlns:a16="http://schemas.microsoft.com/office/drawing/2014/main" id="{E3FB2A76-317D-456B-A6C8-ABCFFCBE54ED}"/>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66730" y="3176699"/>
              <a:ext cx="859287" cy="85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292469914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091057" cy="1325563"/>
          </a:xfrm>
        </p:spPr>
        <p:txBody>
          <a:bodyPr/>
          <a:lstStyle/>
          <a:p>
            <a:r>
              <a:rPr lang="en-US" dirty="0"/>
              <a:t>Click to edit Master title style</a:t>
            </a:r>
          </a:p>
        </p:txBody>
      </p:sp>
      <p:sp>
        <p:nvSpPr>
          <p:cNvPr id="3" name="Date Placeholder 3"/>
          <p:cNvSpPr>
            <a:spLocks noGrp="1"/>
          </p:cNvSpPr>
          <p:nvPr>
            <p:ph type="dt" sz="half" idx="10"/>
          </p:nvPr>
        </p:nvSpPr>
        <p:spPr/>
        <p:txBody>
          <a:bodyPr/>
          <a:lstStyle>
            <a:lvl1pPr>
              <a:defRPr/>
            </a:lvl1pPr>
          </a:lstStyle>
          <a:p>
            <a:pPr>
              <a:defRPr/>
            </a:pPr>
            <a:fld id="{32FC1D44-3933-4411-AE8F-10CA3AAE286A}" type="datetimeFigureOut">
              <a:rPr lang="en-US">
                <a:solidFill>
                  <a:srgbClr val="5B9BD5">
                    <a:lumMod val="50000"/>
                  </a:srgbClr>
                </a:solidFill>
              </a:rPr>
              <a:pPr>
                <a:defRPr/>
              </a:pPr>
              <a:t>11/4/2022</a:t>
            </a:fld>
            <a:endParaRPr lang="en-US" dirty="0">
              <a:solidFill>
                <a:srgbClr val="5B9BD5">
                  <a:lumMod val="50000"/>
                </a:srgbClr>
              </a:solidFill>
            </a:endParaRPr>
          </a:p>
        </p:txBody>
      </p:sp>
      <p:sp>
        <p:nvSpPr>
          <p:cNvPr id="4" name="Footer Placeholder 4"/>
          <p:cNvSpPr>
            <a:spLocks noGrp="1"/>
          </p:cNvSpPr>
          <p:nvPr>
            <p:ph type="ftr" sz="quarter" idx="11"/>
          </p:nvPr>
        </p:nvSpPr>
        <p:spPr/>
        <p:txBody>
          <a:bodyPr/>
          <a:lstStyle>
            <a:lvl1pPr>
              <a:defRPr/>
            </a:lvl1pPr>
          </a:lstStyle>
          <a:p>
            <a:pPr>
              <a:defRPr/>
            </a:pPr>
            <a:endParaRPr lang="en-US" dirty="0">
              <a:solidFill>
                <a:srgbClr val="5B9BD5">
                  <a:lumMod val="50000"/>
                </a:srgbClr>
              </a:solidFill>
            </a:endParaRPr>
          </a:p>
        </p:txBody>
      </p:sp>
      <p:sp>
        <p:nvSpPr>
          <p:cNvPr id="5" name="Slide Number Placeholder 5"/>
          <p:cNvSpPr>
            <a:spLocks noGrp="1"/>
          </p:cNvSpPr>
          <p:nvPr>
            <p:ph type="sldNum" sz="quarter" idx="12"/>
          </p:nvPr>
        </p:nvSpPr>
        <p:spPr/>
        <p:txBody>
          <a:bodyPr/>
          <a:lstStyle>
            <a:lvl1pPr>
              <a:defRPr/>
            </a:lvl1pPr>
          </a:lstStyle>
          <a:p>
            <a:pPr>
              <a:defRPr/>
            </a:pPr>
            <a:fld id="{99170C43-9C84-439E-9193-E6FD0B41C3A7}" type="slidenum">
              <a:rPr lang="en-US">
                <a:solidFill>
                  <a:srgbClr val="5B9BD5">
                    <a:lumMod val="50000"/>
                  </a:srgbClr>
                </a:solidFill>
              </a:rPr>
              <a:pPr>
                <a:defRPr/>
              </a:pPr>
              <a:t>‹#›</a:t>
            </a:fld>
            <a:endParaRPr lang="en-US" dirty="0">
              <a:solidFill>
                <a:srgbClr val="5B9BD5">
                  <a:lumMod val="50000"/>
                </a:srgbClr>
              </a:solidFill>
            </a:endParaRPr>
          </a:p>
        </p:txBody>
      </p:sp>
      <p:grpSp>
        <p:nvGrpSpPr>
          <p:cNvPr id="8" name="Group 25">
            <a:extLst>
              <a:ext uri="{FF2B5EF4-FFF2-40B4-BE49-F238E27FC236}">
                <a16:creationId xmlns:a16="http://schemas.microsoft.com/office/drawing/2014/main" id="{031C3B5F-C17B-4B4E-A7D0-61002137856F}"/>
              </a:ext>
            </a:extLst>
          </p:cNvPr>
          <p:cNvGrpSpPr>
            <a:grpSpLocks/>
          </p:cNvGrpSpPr>
          <p:nvPr userDrawn="1"/>
        </p:nvGrpSpPr>
        <p:grpSpPr bwMode="auto">
          <a:xfrm>
            <a:off x="11347450" y="98425"/>
            <a:ext cx="770286" cy="1023144"/>
            <a:chOff x="6194854" y="512890"/>
            <a:chExt cx="4135433" cy="5345804"/>
          </a:xfrm>
        </p:grpSpPr>
        <p:grpSp>
          <p:nvGrpSpPr>
            <p:cNvPr id="9" name="Group 24">
              <a:extLst>
                <a:ext uri="{FF2B5EF4-FFF2-40B4-BE49-F238E27FC236}">
                  <a16:creationId xmlns:a16="http://schemas.microsoft.com/office/drawing/2014/main" id="{BB5F411B-549D-4289-A456-CB988E39A007}"/>
                </a:ext>
              </a:extLst>
            </p:cNvPr>
            <p:cNvGrpSpPr>
              <a:grpSpLocks/>
            </p:cNvGrpSpPr>
            <p:nvPr/>
          </p:nvGrpSpPr>
          <p:grpSpPr bwMode="auto">
            <a:xfrm>
              <a:off x="6194854" y="512890"/>
              <a:ext cx="4135433" cy="5345804"/>
              <a:chOff x="6194854" y="512890"/>
              <a:chExt cx="4135433" cy="5345804"/>
            </a:xfrm>
          </p:grpSpPr>
          <p:pic>
            <p:nvPicPr>
              <p:cNvPr id="11" name="Picture 23">
                <a:extLst>
                  <a:ext uri="{FF2B5EF4-FFF2-40B4-BE49-F238E27FC236}">
                    <a16:creationId xmlns:a16="http://schemas.microsoft.com/office/drawing/2014/main" id="{35C26F4B-B90A-4A37-BCCD-845ADFCDC0E3}"/>
                  </a:ext>
                </a:extLst>
              </p:cNvPr>
              <p:cNvPicPr>
                <a:picLocks noChangeAspect="1"/>
              </p:cNvPicPr>
              <p:nvPr/>
            </p:nvPicPr>
            <p:blipFill>
              <a:blip r:embed="rId2" cstate="print">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194854" y="512890"/>
                <a:ext cx="4135433" cy="534580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grpSp>
            <p:nvGrpSpPr>
              <p:cNvPr id="12" name="Group 11">
                <a:extLst>
                  <a:ext uri="{FF2B5EF4-FFF2-40B4-BE49-F238E27FC236}">
                    <a16:creationId xmlns:a16="http://schemas.microsoft.com/office/drawing/2014/main" id="{8E465A14-2043-4CEB-B4C0-8B9570CBE6E4}"/>
                  </a:ext>
                </a:extLst>
              </p:cNvPr>
              <p:cNvGrpSpPr/>
              <p:nvPr/>
            </p:nvGrpSpPr>
            <p:grpSpPr>
              <a:xfrm>
                <a:off x="7292868" y="2311930"/>
                <a:ext cx="2607012" cy="2607012"/>
                <a:chOff x="6633842" y="2500011"/>
                <a:chExt cx="2607012" cy="2607012"/>
              </a:xfrm>
              <a:solidFill>
                <a:schemeClr val="bg1"/>
              </a:solidFill>
            </p:grpSpPr>
            <p:sp>
              <p:nvSpPr>
                <p:cNvPr id="13" name="Oval 12">
                  <a:extLst>
                    <a:ext uri="{FF2B5EF4-FFF2-40B4-BE49-F238E27FC236}">
                      <a16:creationId xmlns:a16="http://schemas.microsoft.com/office/drawing/2014/main" id="{5DD16264-3A2D-4E5E-88F1-13442F6442FA}"/>
                    </a:ext>
                  </a:extLst>
                </p:cNvPr>
                <p:cNvSpPr/>
                <p:nvPr/>
              </p:nvSpPr>
              <p:spPr>
                <a:xfrm>
                  <a:off x="6633842" y="2500011"/>
                  <a:ext cx="2607012" cy="2607012"/>
                </a:xfrm>
                <a:prstGeom prst="ellipse">
                  <a:avLst/>
                </a:prstGeom>
                <a:solidFill>
                  <a:srgbClr val="2C4E8C"/>
                </a:solidFill>
                <a:ln w="3175">
                  <a:solidFill>
                    <a:schemeClr val="accent5">
                      <a:lumMod val="50000"/>
                    </a:schemeClr>
                  </a:solidFill>
                </a:ln>
                <a:effectLst>
                  <a:outerShdw blurRad="190500" dist="190500" dir="2700000" sx="97000" sy="97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4" name="Rectangle 13">
                  <a:extLst>
                    <a:ext uri="{FF2B5EF4-FFF2-40B4-BE49-F238E27FC236}">
                      <a16:creationId xmlns:a16="http://schemas.microsoft.com/office/drawing/2014/main" id="{A06975BE-5D7D-443B-BA10-C9876B7050D9}"/>
                    </a:ext>
                  </a:extLst>
                </p:cNvPr>
                <p:cNvSpPr/>
                <p:nvPr/>
              </p:nvSpPr>
              <p:spPr>
                <a:xfrm>
                  <a:off x="6981918" y="2994075"/>
                  <a:ext cx="1910860" cy="1870013"/>
                </a:xfrm>
                <a:prstGeom prst="rect">
                  <a:avLst/>
                </a:prstGeom>
                <a:noFill/>
              </p:spPr>
              <p:txBody>
                <a:bodyPr spcFirstLastPara="1" wrap="none">
                  <a:prstTxWarp prst="textButton">
                    <a:avLst>
                      <a:gd name="adj" fmla="val 10828397"/>
                    </a:avLst>
                  </a:prstTxWarp>
                  <a:spAutoFit/>
                </a:bodyPr>
                <a:lstStyle/>
                <a:p>
                  <a:pPr algn="ctr">
                    <a:defRPr/>
                  </a:pPr>
                  <a:r>
                    <a:rPr lang="en-US" sz="4000" b="1" spc="50" dirty="0">
                      <a:ln w="0"/>
                      <a:solidFill>
                        <a:schemeClr val="bg1"/>
                      </a:solidFill>
                      <a:latin typeface="Stencil" panose="040409050D0802020404" pitchFamily="82" charset="0"/>
                      <a:ea typeface="Open Sans Extrabold" panose="020B0906030804020204" pitchFamily="34" charset="0"/>
                      <a:cs typeface="Open Sans Extrabold" panose="020B0906030804020204" pitchFamily="34" charset="0"/>
                    </a:rPr>
                    <a:t>Hands-On</a:t>
                  </a:r>
                </a:p>
                <a:p>
                  <a:pPr algn="ctr">
                    <a:defRPr/>
                  </a:pPr>
                  <a:endParaRPr lang="en-US" sz="4000" b="1" spc="50" dirty="0">
                    <a:ln w="0"/>
                    <a:latin typeface="Stencil" panose="040409050D0802020404" pitchFamily="82" charset="0"/>
                    <a:ea typeface="Open Sans Extrabold" panose="020B0906030804020204" pitchFamily="34" charset="0"/>
                    <a:cs typeface="Open Sans Extrabold" panose="020B0906030804020204" pitchFamily="34" charset="0"/>
                  </a:endParaRPr>
                </a:p>
                <a:p>
                  <a:pPr algn="ctr">
                    <a:defRPr/>
                  </a:pPr>
                  <a:r>
                    <a:rPr lang="en-US" sz="4000" b="1" spc="800" dirty="0">
                      <a:ln w="0"/>
                      <a:solidFill>
                        <a:schemeClr val="bg1"/>
                      </a:solidFill>
                      <a:latin typeface="Stencil" panose="040409050D0802020404" pitchFamily="82" charset="0"/>
                      <a:ea typeface="Open Sans Extrabold" panose="020B0906030804020204" pitchFamily="34" charset="0"/>
                      <a:cs typeface="Open Sans Extrabold" panose="020B0906030804020204" pitchFamily="34" charset="0"/>
                    </a:rPr>
                    <a:t>TECH</a:t>
                  </a:r>
                </a:p>
              </p:txBody>
            </p:sp>
          </p:grpSp>
        </p:grpSp>
        <p:pic>
          <p:nvPicPr>
            <p:cNvPr id="10" name="Picture 7">
              <a:extLst>
                <a:ext uri="{FF2B5EF4-FFF2-40B4-BE49-F238E27FC236}">
                  <a16:creationId xmlns:a16="http://schemas.microsoft.com/office/drawing/2014/main" id="{DB4AD4AA-14CB-437B-A18C-7495A021CD3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66730" y="3176699"/>
              <a:ext cx="859287" cy="85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117053901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B5411580-C56A-4145-A98D-10F5743ECAEB}" type="datetimeFigureOut">
              <a:rPr lang="en-US">
                <a:solidFill>
                  <a:srgbClr val="5B9BD5">
                    <a:lumMod val="50000"/>
                  </a:srgbClr>
                </a:solidFill>
              </a:rPr>
              <a:pPr>
                <a:defRPr/>
              </a:pPr>
              <a:t>11/4/2022</a:t>
            </a:fld>
            <a:endParaRPr lang="en-US" dirty="0">
              <a:solidFill>
                <a:srgbClr val="5B9BD5">
                  <a:lumMod val="50000"/>
                </a:srgbClr>
              </a:solidFill>
            </a:endParaRPr>
          </a:p>
        </p:txBody>
      </p:sp>
      <p:sp>
        <p:nvSpPr>
          <p:cNvPr id="3" name="Footer Placeholder 4"/>
          <p:cNvSpPr>
            <a:spLocks noGrp="1"/>
          </p:cNvSpPr>
          <p:nvPr>
            <p:ph type="ftr" sz="quarter" idx="11"/>
          </p:nvPr>
        </p:nvSpPr>
        <p:spPr/>
        <p:txBody>
          <a:bodyPr/>
          <a:lstStyle>
            <a:lvl1pPr>
              <a:defRPr/>
            </a:lvl1pPr>
          </a:lstStyle>
          <a:p>
            <a:pPr>
              <a:defRPr/>
            </a:pPr>
            <a:endParaRPr lang="en-US" dirty="0">
              <a:solidFill>
                <a:srgbClr val="5B9BD5">
                  <a:lumMod val="50000"/>
                </a:srgbClr>
              </a:solidFill>
            </a:endParaRPr>
          </a:p>
        </p:txBody>
      </p:sp>
      <p:sp>
        <p:nvSpPr>
          <p:cNvPr id="4" name="Slide Number Placeholder 5"/>
          <p:cNvSpPr>
            <a:spLocks noGrp="1"/>
          </p:cNvSpPr>
          <p:nvPr>
            <p:ph type="sldNum" sz="quarter" idx="12"/>
          </p:nvPr>
        </p:nvSpPr>
        <p:spPr/>
        <p:txBody>
          <a:bodyPr/>
          <a:lstStyle>
            <a:lvl1pPr>
              <a:defRPr/>
            </a:lvl1pPr>
          </a:lstStyle>
          <a:p>
            <a:pPr>
              <a:defRPr/>
            </a:pPr>
            <a:fld id="{4967239E-57F7-475F-B1E0-A9D4DA3DE17D}" type="slidenum">
              <a:rPr lang="en-US">
                <a:solidFill>
                  <a:srgbClr val="5B9BD5">
                    <a:lumMod val="50000"/>
                  </a:srgbClr>
                </a:solidFill>
              </a:rPr>
              <a:pPr>
                <a:defRPr/>
              </a:pPr>
              <a:t>‹#›</a:t>
            </a:fld>
            <a:endParaRPr lang="en-US" dirty="0">
              <a:solidFill>
                <a:srgbClr val="5B9BD5">
                  <a:lumMod val="50000"/>
                </a:srgbClr>
              </a:solidFill>
            </a:endParaRPr>
          </a:p>
        </p:txBody>
      </p:sp>
      <p:grpSp>
        <p:nvGrpSpPr>
          <p:cNvPr id="7" name="Group 25">
            <a:extLst>
              <a:ext uri="{FF2B5EF4-FFF2-40B4-BE49-F238E27FC236}">
                <a16:creationId xmlns:a16="http://schemas.microsoft.com/office/drawing/2014/main" id="{565E49F1-620F-456E-81F5-F51CC267FB0E}"/>
              </a:ext>
            </a:extLst>
          </p:cNvPr>
          <p:cNvGrpSpPr>
            <a:grpSpLocks/>
          </p:cNvGrpSpPr>
          <p:nvPr userDrawn="1"/>
        </p:nvGrpSpPr>
        <p:grpSpPr bwMode="auto">
          <a:xfrm>
            <a:off x="11347450" y="98425"/>
            <a:ext cx="770286" cy="1023144"/>
            <a:chOff x="6194854" y="512890"/>
            <a:chExt cx="4135433" cy="5345804"/>
          </a:xfrm>
        </p:grpSpPr>
        <p:grpSp>
          <p:nvGrpSpPr>
            <p:cNvPr id="8" name="Group 24">
              <a:extLst>
                <a:ext uri="{FF2B5EF4-FFF2-40B4-BE49-F238E27FC236}">
                  <a16:creationId xmlns:a16="http://schemas.microsoft.com/office/drawing/2014/main" id="{DDBE8300-B05A-4561-9D27-61B950D7038A}"/>
                </a:ext>
              </a:extLst>
            </p:cNvPr>
            <p:cNvGrpSpPr>
              <a:grpSpLocks/>
            </p:cNvGrpSpPr>
            <p:nvPr/>
          </p:nvGrpSpPr>
          <p:grpSpPr bwMode="auto">
            <a:xfrm>
              <a:off x="6194854" y="512890"/>
              <a:ext cx="4135433" cy="5345804"/>
              <a:chOff x="6194854" y="512890"/>
              <a:chExt cx="4135433" cy="5345804"/>
            </a:xfrm>
          </p:grpSpPr>
          <p:pic>
            <p:nvPicPr>
              <p:cNvPr id="10" name="Picture 23">
                <a:extLst>
                  <a:ext uri="{FF2B5EF4-FFF2-40B4-BE49-F238E27FC236}">
                    <a16:creationId xmlns:a16="http://schemas.microsoft.com/office/drawing/2014/main" id="{D8A638FB-1AB2-409E-93ED-D98D17E12234}"/>
                  </a:ext>
                </a:extLst>
              </p:cNvPr>
              <p:cNvPicPr>
                <a:picLocks noChangeAspect="1"/>
              </p:cNvPicPr>
              <p:nvPr/>
            </p:nvPicPr>
            <p:blipFill>
              <a:blip r:embed="rId2" cstate="print">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194854" y="512890"/>
                <a:ext cx="4135433" cy="534580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grpSp>
            <p:nvGrpSpPr>
              <p:cNvPr id="11" name="Group 10">
                <a:extLst>
                  <a:ext uri="{FF2B5EF4-FFF2-40B4-BE49-F238E27FC236}">
                    <a16:creationId xmlns:a16="http://schemas.microsoft.com/office/drawing/2014/main" id="{C445FBAE-771C-49C3-A5DD-6EE9B2AA1814}"/>
                  </a:ext>
                </a:extLst>
              </p:cNvPr>
              <p:cNvGrpSpPr/>
              <p:nvPr/>
            </p:nvGrpSpPr>
            <p:grpSpPr>
              <a:xfrm>
                <a:off x="7292868" y="2311930"/>
                <a:ext cx="2607012" cy="2607012"/>
                <a:chOff x="6633842" y="2500011"/>
                <a:chExt cx="2607012" cy="2607012"/>
              </a:xfrm>
              <a:solidFill>
                <a:schemeClr val="bg1"/>
              </a:solidFill>
            </p:grpSpPr>
            <p:sp>
              <p:nvSpPr>
                <p:cNvPr id="12" name="Oval 11">
                  <a:extLst>
                    <a:ext uri="{FF2B5EF4-FFF2-40B4-BE49-F238E27FC236}">
                      <a16:creationId xmlns:a16="http://schemas.microsoft.com/office/drawing/2014/main" id="{636DE227-00B4-4801-9F5A-DE0EC2900AD2}"/>
                    </a:ext>
                  </a:extLst>
                </p:cNvPr>
                <p:cNvSpPr/>
                <p:nvPr/>
              </p:nvSpPr>
              <p:spPr>
                <a:xfrm>
                  <a:off x="6633842" y="2500011"/>
                  <a:ext cx="2607012" cy="2607012"/>
                </a:xfrm>
                <a:prstGeom prst="ellipse">
                  <a:avLst/>
                </a:prstGeom>
                <a:solidFill>
                  <a:srgbClr val="2C4E8C"/>
                </a:solidFill>
                <a:ln w="3175">
                  <a:solidFill>
                    <a:schemeClr val="accent5">
                      <a:lumMod val="50000"/>
                    </a:schemeClr>
                  </a:solidFill>
                </a:ln>
                <a:effectLst>
                  <a:outerShdw blurRad="190500" dist="190500" dir="2700000" sx="97000" sy="97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3" name="Rectangle 12">
                  <a:extLst>
                    <a:ext uri="{FF2B5EF4-FFF2-40B4-BE49-F238E27FC236}">
                      <a16:creationId xmlns:a16="http://schemas.microsoft.com/office/drawing/2014/main" id="{6B29333A-BEC3-46E7-9D1D-E2B263DB2B84}"/>
                    </a:ext>
                  </a:extLst>
                </p:cNvPr>
                <p:cNvSpPr/>
                <p:nvPr/>
              </p:nvSpPr>
              <p:spPr>
                <a:xfrm>
                  <a:off x="6981918" y="2994075"/>
                  <a:ext cx="1910860" cy="1870013"/>
                </a:xfrm>
                <a:prstGeom prst="rect">
                  <a:avLst/>
                </a:prstGeom>
                <a:noFill/>
              </p:spPr>
              <p:txBody>
                <a:bodyPr spcFirstLastPara="1" wrap="none">
                  <a:prstTxWarp prst="textButton">
                    <a:avLst>
                      <a:gd name="adj" fmla="val 10828397"/>
                    </a:avLst>
                  </a:prstTxWarp>
                  <a:spAutoFit/>
                </a:bodyPr>
                <a:lstStyle/>
                <a:p>
                  <a:pPr algn="ctr">
                    <a:defRPr/>
                  </a:pPr>
                  <a:r>
                    <a:rPr lang="en-US" sz="4000" b="1" spc="50" dirty="0">
                      <a:ln w="0"/>
                      <a:solidFill>
                        <a:schemeClr val="bg1"/>
                      </a:solidFill>
                      <a:latin typeface="Stencil" panose="040409050D0802020404" pitchFamily="82" charset="0"/>
                      <a:ea typeface="Open Sans Extrabold" panose="020B0906030804020204" pitchFamily="34" charset="0"/>
                      <a:cs typeface="Open Sans Extrabold" panose="020B0906030804020204" pitchFamily="34" charset="0"/>
                    </a:rPr>
                    <a:t>Hands-On</a:t>
                  </a:r>
                </a:p>
                <a:p>
                  <a:pPr algn="ctr">
                    <a:defRPr/>
                  </a:pPr>
                  <a:endParaRPr lang="en-US" sz="4000" b="1" spc="50" dirty="0">
                    <a:ln w="0"/>
                    <a:latin typeface="Stencil" panose="040409050D0802020404" pitchFamily="82" charset="0"/>
                    <a:ea typeface="Open Sans Extrabold" panose="020B0906030804020204" pitchFamily="34" charset="0"/>
                    <a:cs typeface="Open Sans Extrabold" panose="020B0906030804020204" pitchFamily="34" charset="0"/>
                  </a:endParaRPr>
                </a:p>
                <a:p>
                  <a:pPr algn="ctr">
                    <a:defRPr/>
                  </a:pPr>
                  <a:r>
                    <a:rPr lang="en-US" sz="4000" b="1" spc="800" dirty="0">
                      <a:ln w="0"/>
                      <a:solidFill>
                        <a:schemeClr val="bg1"/>
                      </a:solidFill>
                      <a:latin typeface="Stencil" panose="040409050D0802020404" pitchFamily="82" charset="0"/>
                      <a:ea typeface="Open Sans Extrabold" panose="020B0906030804020204" pitchFamily="34" charset="0"/>
                      <a:cs typeface="Open Sans Extrabold" panose="020B0906030804020204" pitchFamily="34" charset="0"/>
                    </a:rPr>
                    <a:t>TECH</a:t>
                  </a:r>
                </a:p>
              </p:txBody>
            </p:sp>
          </p:grpSp>
        </p:grpSp>
        <p:pic>
          <p:nvPicPr>
            <p:cNvPr id="9" name="Picture 7">
              <a:extLst>
                <a:ext uri="{FF2B5EF4-FFF2-40B4-BE49-F238E27FC236}">
                  <a16:creationId xmlns:a16="http://schemas.microsoft.com/office/drawing/2014/main" id="{A29B33F5-BEC0-43CA-AE09-3DF630B4C4AD}"/>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66730" y="3176699"/>
              <a:ext cx="859287" cy="85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345627294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5998618"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E18F7846-F355-42A1-8323-D55BC92ED131}" type="datetimeFigureOut">
              <a:rPr lang="en-US">
                <a:solidFill>
                  <a:srgbClr val="5B9BD5">
                    <a:lumMod val="50000"/>
                  </a:srgbClr>
                </a:solidFill>
              </a:rPr>
              <a:pPr>
                <a:defRPr/>
              </a:pPr>
              <a:t>11/4/2022</a:t>
            </a:fld>
            <a:endParaRPr lang="en-US" dirty="0">
              <a:solidFill>
                <a:srgbClr val="5B9BD5">
                  <a:lumMod val="50000"/>
                </a:srgb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dirty="0">
              <a:solidFill>
                <a:srgbClr val="5B9BD5">
                  <a:lumMod val="50000"/>
                </a:srgbClr>
              </a:solidFill>
            </a:endParaRPr>
          </a:p>
        </p:txBody>
      </p:sp>
      <p:sp>
        <p:nvSpPr>
          <p:cNvPr id="7" name="Slide Number Placeholder 5"/>
          <p:cNvSpPr>
            <a:spLocks noGrp="1"/>
          </p:cNvSpPr>
          <p:nvPr>
            <p:ph type="sldNum" sz="quarter" idx="12"/>
          </p:nvPr>
        </p:nvSpPr>
        <p:spPr/>
        <p:txBody>
          <a:bodyPr/>
          <a:lstStyle>
            <a:lvl1pPr>
              <a:defRPr/>
            </a:lvl1pPr>
          </a:lstStyle>
          <a:p>
            <a:pPr>
              <a:defRPr/>
            </a:pPr>
            <a:fld id="{117B6774-C026-454D-B27B-D79A9FC9A5F0}" type="slidenum">
              <a:rPr lang="en-US">
                <a:solidFill>
                  <a:srgbClr val="5B9BD5">
                    <a:lumMod val="50000"/>
                  </a:srgbClr>
                </a:solidFill>
              </a:rPr>
              <a:pPr>
                <a:defRPr/>
              </a:pPr>
              <a:t>‹#›</a:t>
            </a:fld>
            <a:endParaRPr lang="en-US" dirty="0">
              <a:solidFill>
                <a:srgbClr val="5B9BD5">
                  <a:lumMod val="50000"/>
                </a:srgbClr>
              </a:solidFill>
            </a:endParaRPr>
          </a:p>
        </p:txBody>
      </p:sp>
      <p:grpSp>
        <p:nvGrpSpPr>
          <p:cNvPr id="10" name="Group 25">
            <a:extLst>
              <a:ext uri="{FF2B5EF4-FFF2-40B4-BE49-F238E27FC236}">
                <a16:creationId xmlns:a16="http://schemas.microsoft.com/office/drawing/2014/main" id="{9A818454-5666-4FEF-BC44-3455D687D300}"/>
              </a:ext>
            </a:extLst>
          </p:cNvPr>
          <p:cNvGrpSpPr>
            <a:grpSpLocks/>
          </p:cNvGrpSpPr>
          <p:nvPr userDrawn="1"/>
        </p:nvGrpSpPr>
        <p:grpSpPr bwMode="auto">
          <a:xfrm>
            <a:off x="11347450" y="98425"/>
            <a:ext cx="770286" cy="1023144"/>
            <a:chOff x="6194854" y="512890"/>
            <a:chExt cx="4135433" cy="5345804"/>
          </a:xfrm>
        </p:grpSpPr>
        <p:grpSp>
          <p:nvGrpSpPr>
            <p:cNvPr id="11" name="Group 24">
              <a:extLst>
                <a:ext uri="{FF2B5EF4-FFF2-40B4-BE49-F238E27FC236}">
                  <a16:creationId xmlns:a16="http://schemas.microsoft.com/office/drawing/2014/main" id="{D1F0EE55-74E7-4AAC-AF14-B2D870FE3C7E}"/>
                </a:ext>
              </a:extLst>
            </p:cNvPr>
            <p:cNvGrpSpPr>
              <a:grpSpLocks/>
            </p:cNvGrpSpPr>
            <p:nvPr/>
          </p:nvGrpSpPr>
          <p:grpSpPr bwMode="auto">
            <a:xfrm>
              <a:off x="6194854" y="512890"/>
              <a:ext cx="4135433" cy="5345804"/>
              <a:chOff x="6194854" y="512890"/>
              <a:chExt cx="4135433" cy="5345804"/>
            </a:xfrm>
          </p:grpSpPr>
          <p:pic>
            <p:nvPicPr>
              <p:cNvPr id="13" name="Picture 23">
                <a:extLst>
                  <a:ext uri="{FF2B5EF4-FFF2-40B4-BE49-F238E27FC236}">
                    <a16:creationId xmlns:a16="http://schemas.microsoft.com/office/drawing/2014/main" id="{9C5C5955-5F9B-4BF0-ACBB-AD80644CF9BE}"/>
                  </a:ext>
                </a:extLst>
              </p:cNvPr>
              <p:cNvPicPr>
                <a:picLocks noChangeAspect="1"/>
              </p:cNvPicPr>
              <p:nvPr/>
            </p:nvPicPr>
            <p:blipFill>
              <a:blip r:embed="rId2" cstate="print">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194854" y="512890"/>
                <a:ext cx="4135433" cy="534580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grpSp>
            <p:nvGrpSpPr>
              <p:cNvPr id="14" name="Group 13">
                <a:extLst>
                  <a:ext uri="{FF2B5EF4-FFF2-40B4-BE49-F238E27FC236}">
                    <a16:creationId xmlns:a16="http://schemas.microsoft.com/office/drawing/2014/main" id="{ECE18C7D-214F-4A5F-9CC5-863D4DB47D7A}"/>
                  </a:ext>
                </a:extLst>
              </p:cNvPr>
              <p:cNvGrpSpPr/>
              <p:nvPr/>
            </p:nvGrpSpPr>
            <p:grpSpPr>
              <a:xfrm>
                <a:off x="7292868" y="2311930"/>
                <a:ext cx="2607012" cy="2607012"/>
                <a:chOff x="6633842" y="2500011"/>
                <a:chExt cx="2607012" cy="2607012"/>
              </a:xfrm>
              <a:solidFill>
                <a:schemeClr val="bg1"/>
              </a:solidFill>
            </p:grpSpPr>
            <p:sp>
              <p:nvSpPr>
                <p:cNvPr id="15" name="Oval 14">
                  <a:extLst>
                    <a:ext uri="{FF2B5EF4-FFF2-40B4-BE49-F238E27FC236}">
                      <a16:creationId xmlns:a16="http://schemas.microsoft.com/office/drawing/2014/main" id="{11FB60EE-24EB-49AE-B982-BCB0E79B1FF6}"/>
                    </a:ext>
                  </a:extLst>
                </p:cNvPr>
                <p:cNvSpPr/>
                <p:nvPr/>
              </p:nvSpPr>
              <p:spPr>
                <a:xfrm>
                  <a:off x="6633842" y="2500011"/>
                  <a:ext cx="2607012" cy="2607012"/>
                </a:xfrm>
                <a:prstGeom prst="ellipse">
                  <a:avLst/>
                </a:prstGeom>
                <a:solidFill>
                  <a:srgbClr val="2C4E8C"/>
                </a:solidFill>
                <a:ln w="3175">
                  <a:solidFill>
                    <a:schemeClr val="accent5">
                      <a:lumMod val="50000"/>
                    </a:schemeClr>
                  </a:solidFill>
                </a:ln>
                <a:effectLst>
                  <a:outerShdw blurRad="190500" dist="190500" dir="2700000" sx="97000" sy="97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6" name="Rectangle 15">
                  <a:extLst>
                    <a:ext uri="{FF2B5EF4-FFF2-40B4-BE49-F238E27FC236}">
                      <a16:creationId xmlns:a16="http://schemas.microsoft.com/office/drawing/2014/main" id="{04136BCC-F008-47CF-855B-A648E35F29C9}"/>
                    </a:ext>
                  </a:extLst>
                </p:cNvPr>
                <p:cNvSpPr/>
                <p:nvPr/>
              </p:nvSpPr>
              <p:spPr>
                <a:xfrm>
                  <a:off x="6981918" y="2994075"/>
                  <a:ext cx="1910860" cy="1870013"/>
                </a:xfrm>
                <a:prstGeom prst="rect">
                  <a:avLst/>
                </a:prstGeom>
                <a:noFill/>
              </p:spPr>
              <p:txBody>
                <a:bodyPr spcFirstLastPara="1" wrap="none">
                  <a:prstTxWarp prst="textButton">
                    <a:avLst>
                      <a:gd name="adj" fmla="val 10828397"/>
                    </a:avLst>
                  </a:prstTxWarp>
                  <a:spAutoFit/>
                </a:bodyPr>
                <a:lstStyle/>
                <a:p>
                  <a:pPr algn="ctr">
                    <a:defRPr/>
                  </a:pPr>
                  <a:r>
                    <a:rPr lang="en-US" sz="4000" b="1" spc="50" dirty="0">
                      <a:ln w="0"/>
                      <a:solidFill>
                        <a:schemeClr val="bg1"/>
                      </a:solidFill>
                      <a:latin typeface="Stencil" panose="040409050D0802020404" pitchFamily="82" charset="0"/>
                      <a:ea typeface="Open Sans Extrabold" panose="020B0906030804020204" pitchFamily="34" charset="0"/>
                      <a:cs typeface="Open Sans Extrabold" panose="020B0906030804020204" pitchFamily="34" charset="0"/>
                    </a:rPr>
                    <a:t>Hands-On</a:t>
                  </a:r>
                </a:p>
                <a:p>
                  <a:pPr algn="ctr">
                    <a:defRPr/>
                  </a:pPr>
                  <a:endParaRPr lang="en-US" sz="4000" b="1" spc="50" dirty="0">
                    <a:ln w="0"/>
                    <a:latin typeface="Stencil" panose="040409050D0802020404" pitchFamily="82" charset="0"/>
                    <a:ea typeface="Open Sans Extrabold" panose="020B0906030804020204" pitchFamily="34" charset="0"/>
                    <a:cs typeface="Open Sans Extrabold" panose="020B0906030804020204" pitchFamily="34" charset="0"/>
                  </a:endParaRPr>
                </a:p>
                <a:p>
                  <a:pPr algn="ctr">
                    <a:defRPr/>
                  </a:pPr>
                  <a:r>
                    <a:rPr lang="en-US" sz="4000" b="1" spc="800" dirty="0">
                      <a:ln w="0"/>
                      <a:solidFill>
                        <a:schemeClr val="bg1"/>
                      </a:solidFill>
                      <a:latin typeface="Stencil" panose="040409050D0802020404" pitchFamily="82" charset="0"/>
                      <a:ea typeface="Open Sans Extrabold" panose="020B0906030804020204" pitchFamily="34" charset="0"/>
                      <a:cs typeface="Open Sans Extrabold" panose="020B0906030804020204" pitchFamily="34" charset="0"/>
                    </a:rPr>
                    <a:t>TECH</a:t>
                  </a:r>
                </a:p>
              </p:txBody>
            </p:sp>
          </p:grpSp>
        </p:grpSp>
        <p:pic>
          <p:nvPicPr>
            <p:cNvPr id="12" name="Picture 7">
              <a:extLst>
                <a:ext uri="{FF2B5EF4-FFF2-40B4-BE49-F238E27FC236}">
                  <a16:creationId xmlns:a16="http://schemas.microsoft.com/office/drawing/2014/main" id="{B2DD64E8-3AFB-4AAF-8BB8-FAA86164D961}"/>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66730" y="3176699"/>
              <a:ext cx="859287" cy="85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5693267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5955075"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29B837B3-F125-4DCA-97D8-61957B202981}" type="datetimeFigureOut">
              <a:rPr lang="en-US">
                <a:solidFill>
                  <a:srgbClr val="5B9BD5">
                    <a:lumMod val="50000"/>
                  </a:srgbClr>
                </a:solidFill>
              </a:rPr>
              <a:pPr>
                <a:defRPr/>
              </a:pPr>
              <a:t>11/4/2022</a:t>
            </a:fld>
            <a:endParaRPr lang="en-US" dirty="0">
              <a:solidFill>
                <a:srgbClr val="5B9BD5">
                  <a:lumMod val="50000"/>
                </a:srgb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dirty="0">
              <a:solidFill>
                <a:srgbClr val="5B9BD5">
                  <a:lumMod val="50000"/>
                </a:srgbClr>
              </a:solidFill>
            </a:endParaRPr>
          </a:p>
        </p:txBody>
      </p:sp>
      <p:sp>
        <p:nvSpPr>
          <p:cNvPr id="7" name="Slide Number Placeholder 5"/>
          <p:cNvSpPr>
            <a:spLocks noGrp="1"/>
          </p:cNvSpPr>
          <p:nvPr>
            <p:ph type="sldNum" sz="quarter" idx="12"/>
          </p:nvPr>
        </p:nvSpPr>
        <p:spPr/>
        <p:txBody>
          <a:bodyPr/>
          <a:lstStyle>
            <a:lvl1pPr>
              <a:defRPr/>
            </a:lvl1pPr>
          </a:lstStyle>
          <a:p>
            <a:pPr>
              <a:defRPr/>
            </a:pPr>
            <a:fld id="{7B5F6338-099A-416F-AE40-F8B30969799F}" type="slidenum">
              <a:rPr lang="en-US">
                <a:solidFill>
                  <a:srgbClr val="5B9BD5">
                    <a:lumMod val="50000"/>
                  </a:srgbClr>
                </a:solidFill>
              </a:rPr>
              <a:pPr>
                <a:defRPr/>
              </a:pPr>
              <a:t>‹#›</a:t>
            </a:fld>
            <a:endParaRPr lang="en-US" dirty="0">
              <a:solidFill>
                <a:srgbClr val="5B9BD5">
                  <a:lumMod val="50000"/>
                </a:srgbClr>
              </a:solidFill>
            </a:endParaRPr>
          </a:p>
        </p:txBody>
      </p:sp>
      <p:grpSp>
        <p:nvGrpSpPr>
          <p:cNvPr id="10" name="Group 25">
            <a:extLst>
              <a:ext uri="{FF2B5EF4-FFF2-40B4-BE49-F238E27FC236}">
                <a16:creationId xmlns:a16="http://schemas.microsoft.com/office/drawing/2014/main" id="{E9217058-BA77-45BB-A790-91CC5F8B3422}"/>
              </a:ext>
            </a:extLst>
          </p:cNvPr>
          <p:cNvGrpSpPr>
            <a:grpSpLocks/>
          </p:cNvGrpSpPr>
          <p:nvPr userDrawn="1"/>
        </p:nvGrpSpPr>
        <p:grpSpPr bwMode="auto">
          <a:xfrm>
            <a:off x="11347450" y="98425"/>
            <a:ext cx="770286" cy="1023144"/>
            <a:chOff x="6194854" y="512890"/>
            <a:chExt cx="4135433" cy="5345804"/>
          </a:xfrm>
        </p:grpSpPr>
        <p:grpSp>
          <p:nvGrpSpPr>
            <p:cNvPr id="11" name="Group 24">
              <a:extLst>
                <a:ext uri="{FF2B5EF4-FFF2-40B4-BE49-F238E27FC236}">
                  <a16:creationId xmlns:a16="http://schemas.microsoft.com/office/drawing/2014/main" id="{EBAF1D78-D41C-4284-BA4A-04A63E59B27A}"/>
                </a:ext>
              </a:extLst>
            </p:cNvPr>
            <p:cNvGrpSpPr>
              <a:grpSpLocks/>
            </p:cNvGrpSpPr>
            <p:nvPr/>
          </p:nvGrpSpPr>
          <p:grpSpPr bwMode="auto">
            <a:xfrm>
              <a:off x="6194854" y="512890"/>
              <a:ext cx="4135433" cy="5345804"/>
              <a:chOff x="6194854" y="512890"/>
              <a:chExt cx="4135433" cy="5345804"/>
            </a:xfrm>
          </p:grpSpPr>
          <p:pic>
            <p:nvPicPr>
              <p:cNvPr id="13" name="Picture 23">
                <a:extLst>
                  <a:ext uri="{FF2B5EF4-FFF2-40B4-BE49-F238E27FC236}">
                    <a16:creationId xmlns:a16="http://schemas.microsoft.com/office/drawing/2014/main" id="{F07DE268-A519-453A-8798-3794C5D40BD2}"/>
                  </a:ext>
                </a:extLst>
              </p:cNvPr>
              <p:cNvPicPr>
                <a:picLocks noChangeAspect="1"/>
              </p:cNvPicPr>
              <p:nvPr/>
            </p:nvPicPr>
            <p:blipFill>
              <a:blip r:embed="rId2" cstate="print">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194854" y="512890"/>
                <a:ext cx="4135433" cy="534580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grpSp>
            <p:nvGrpSpPr>
              <p:cNvPr id="14" name="Group 13">
                <a:extLst>
                  <a:ext uri="{FF2B5EF4-FFF2-40B4-BE49-F238E27FC236}">
                    <a16:creationId xmlns:a16="http://schemas.microsoft.com/office/drawing/2014/main" id="{F1D19800-A26A-4EAE-9A19-6AB9BA855B1D}"/>
                  </a:ext>
                </a:extLst>
              </p:cNvPr>
              <p:cNvGrpSpPr/>
              <p:nvPr/>
            </p:nvGrpSpPr>
            <p:grpSpPr>
              <a:xfrm>
                <a:off x="7292868" y="2311930"/>
                <a:ext cx="2607012" cy="2607012"/>
                <a:chOff x="6633842" y="2500011"/>
                <a:chExt cx="2607012" cy="2607012"/>
              </a:xfrm>
              <a:solidFill>
                <a:schemeClr val="bg1"/>
              </a:solidFill>
            </p:grpSpPr>
            <p:sp>
              <p:nvSpPr>
                <p:cNvPr id="15" name="Oval 14">
                  <a:extLst>
                    <a:ext uri="{FF2B5EF4-FFF2-40B4-BE49-F238E27FC236}">
                      <a16:creationId xmlns:a16="http://schemas.microsoft.com/office/drawing/2014/main" id="{B49D5F62-4913-4F1D-ABF1-34D69647E57A}"/>
                    </a:ext>
                  </a:extLst>
                </p:cNvPr>
                <p:cNvSpPr/>
                <p:nvPr/>
              </p:nvSpPr>
              <p:spPr>
                <a:xfrm>
                  <a:off x="6633842" y="2500011"/>
                  <a:ext cx="2607012" cy="2607012"/>
                </a:xfrm>
                <a:prstGeom prst="ellipse">
                  <a:avLst/>
                </a:prstGeom>
                <a:solidFill>
                  <a:srgbClr val="2C4E8C"/>
                </a:solidFill>
                <a:ln w="3175">
                  <a:solidFill>
                    <a:schemeClr val="accent5">
                      <a:lumMod val="50000"/>
                    </a:schemeClr>
                  </a:solidFill>
                </a:ln>
                <a:effectLst>
                  <a:outerShdw blurRad="190500" dist="190500" dir="2700000" sx="97000" sy="97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6" name="Rectangle 15">
                  <a:extLst>
                    <a:ext uri="{FF2B5EF4-FFF2-40B4-BE49-F238E27FC236}">
                      <a16:creationId xmlns:a16="http://schemas.microsoft.com/office/drawing/2014/main" id="{C4F509AB-3381-43EA-8B82-39ADD760C590}"/>
                    </a:ext>
                  </a:extLst>
                </p:cNvPr>
                <p:cNvSpPr/>
                <p:nvPr/>
              </p:nvSpPr>
              <p:spPr>
                <a:xfrm>
                  <a:off x="6981918" y="2994075"/>
                  <a:ext cx="1910860" cy="1870013"/>
                </a:xfrm>
                <a:prstGeom prst="rect">
                  <a:avLst/>
                </a:prstGeom>
                <a:noFill/>
              </p:spPr>
              <p:txBody>
                <a:bodyPr spcFirstLastPara="1" wrap="none">
                  <a:prstTxWarp prst="textButton">
                    <a:avLst>
                      <a:gd name="adj" fmla="val 10828397"/>
                    </a:avLst>
                  </a:prstTxWarp>
                  <a:spAutoFit/>
                </a:bodyPr>
                <a:lstStyle/>
                <a:p>
                  <a:pPr algn="ctr">
                    <a:defRPr/>
                  </a:pPr>
                  <a:r>
                    <a:rPr lang="en-US" sz="4000" b="1" spc="50" dirty="0">
                      <a:ln w="0"/>
                      <a:solidFill>
                        <a:schemeClr val="bg1"/>
                      </a:solidFill>
                      <a:latin typeface="Stencil" panose="040409050D0802020404" pitchFamily="82" charset="0"/>
                      <a:ea typeface="Open Sans Extrabold" panose="020B0906030804020204" pitchFamily="34" charset="0"/>
                      <a:cs typeface="Open Sans Extrabold" panose="020B0906030804020204" pitchFamily="34" charset="0"/>
                    </a:rPr>
                    <a:t>Hands-On</a:t>
                  </a:r>
                </a:p>
                <a:p>
                  <a:pPr algn="ctr">
                    <a:defRPr/>
                  </a:pPr>
                  <a:endParaRPr lang="en-US" sz="4000" b="1" spc="50" dirty="0">
                    <a:ln w="0"/>
                    <a:latin typeface="Stencil" panose="040409050D0802020404" pitchFamily="82" charset="0"/>
                    <a:ea typeface="Open Sans Extrabold" panose="020B0906030804020204" pitchFamily="34" charset="0"/>
                    <a:cs typeface="Open Sans Extrabold" panose="020B0906030804020204" pitchFamily="34" charset="0"/>
                  </a:endParaRPr>
                </a:p>
                <a:p>
                  <a:pPr algn="ctr">
                    <a:defRPr/>
                  </a:pPr>
                  <a:r>
                    <a:rPr lang="en-US" sz="4000" b="1" spc="800" dirty="0">
                      <a:ln w="0"/>
                      <a:solidFill>
                        <a:schemeClr val="bg1"/>
                      </a:solidFill>
                      <a:latin typeface="Stencil" panose="040409050D0802020404" pitchFamily="82" charset="0"/>
                      <a:ea typeface="Open Sans Extrabold" panose="020B0906030804020204" pitchFamily="34" charset="0"/>
                      <a:cs typeface="Open Sans Extrabold" panose="020B0906030804020204" pitchFamily="34" charset="0"/>
                    </a:rPr>
                    <a:t>TECH</a:t>
                  </a:r>
                </a:p>
              </p:txBody>
            </p:sp>
          </p:grpSp>
        </p:grpSp>
        <p:pic>
          <p:nvPicPr>
            <p:cNvPr id="12" name="Picture 7">
              <a:extLst>
                <a:ext uri="{FF2B5EF4-FFF2-40B4-BE49-F238E27FC236}">
                  <a16:creationId xmlns:a16="http://schemas.microsoft.com/office/drawing/2014/main" id="{EA6F1DC4-17B0-4EBB-83B3-A960DAC705CF}"/>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66730" y="3176699"/>
              <a:ext cx="859287" cy="85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170362385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9995263" cy="1325563"/>
          </a:xfrm>
        </p:spPr>
        <p:txBody>
          <a:bodyPr/>
          <a:lstStyle>
            <a:lvl1pPr>
              <a:defRPr>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34D98E97-9112-4FA2-A674-B8332FA65A7C}" type="datetimeFigureOut">
              <a:rPr lang="en-US">
                <a:solidFill>
                  <a:srgbClr val="5B9BD5">
                    <a:lumMod val="50000"/>
                  </a:srgbClr>
                </a:solidFill>
              </a:rPr>
              <a:pPr>
                <a:defRPr/>
              </a:pPr>
              <a:t>11/4/2022</a:t>
            </a:fld>
            <a:endParaRPr lang="en-US" dirty="0">
              <a:solidFill>
                <a:srgbClr val="5B9BD5">
                  <a:lumMod val="50000"/>
                </a:srgb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dirty="0">
              <a:solidFill>
                <a:srgbClr val="5B9BD5">
                  <a:lumMod val="50000"/>
                </a:srgbClr>
              </a:solidFill>
            </a:endParaRPr>
          </a:p>
        </p:txBody>
      </p:sp>
      <p:sp>
        <p:nvSpPr>
          <p:cNvPr id="6" name="Slide Number Placeholder 5"/>
          <p:cNvSpPr>
            <a:spLocks noGrp="1"/>
          </p:cNvSpPr>
          <p:nvPr>
            <p:ph type="sldNum" sz="quarter" idx="12"/>
          </p:nvPr>
        </p:nvSpPr>
        <p:spPr/>
        <p:txBody>
          <a:bodyPr/>
          <a:lstStyle>
            <a:lvl1pPr>
              <a:defRPr/>
            </a:lvl1pPr>
          </a:lstStyle>
          <a:p>
            <a:pPr>
              <a:defRPr/>
            </a:pPr>
            <a:fld id="{52689E45-4DF6-4C5C-A337-7CC433C885E7}" type="slidenum">
              <a:rPr lang="en-US">
                <a:solidFill>
                  <a:srgbClr val="5B9BD5">
                    <a:lumMod val="50000"/>
                  </a:srgbClr>
                </a:solidFill>
              </a:rPr>
              <a:pPr>
                <a:defRPr/>
              </a:pPr>
              <a:t>‹#›</a:t>
            </a:fld>
            <a:endParaRPr lang="en-US" dirty="0">
              <a:solidFill>
                <a:srgbClr val="5B9BD5">
                  <a:lumMod val="50000"/>
                </a:srgbClr>
              </a:solidFill>
            </a:endParaRPr>
          </a:p>
        </p:txBody>
      </p:sp>
      <p:grpSp>
        <p:nvGrpSpPr>
          <p:cNvPr id="8" name="Group 25">
            <a:extLst>
              <a:ext uri="{FF2B5EF4-FFF2-40B4-BE49-F238E27FC236}">
                <a16:creationId xmlns:a16="http://schemas.microsoft.com/office/drawing/2014/main" id="{6700D78F-1116-4759-99CE-DFB7018923DA}"/>
              </a:ext>
            </a:extLst>
          </p:cNvPr>
          <p:cNvGrpSpPr>
            <a:grpSpLocks/>
          </p:cNvGrpSpPr>
          <p:nvPr userDrawn="1"/>
        </p:nvGrpSpPr>
        <p:grpSpPr bwMode="auto">
          <a:xfrm>
            <a:off x="11347450" y="98425"/>
            <a:ext cx="770286" cy="1023144"/>
            <a:chOff x="6194854" y="512890"/>
            <a:chExt cx="4135433" cy="5345804"/>
          </a:xfrm>
        </p:grpSpPr>
        <p:grpSp>
          <p:nvGrpSpPr>
            <p:cNvPr id="9" name="Group 24">
              <a:extLst>
                <a:ext uri="{FF2B5EF4-FFF2-40B4-BE49-F238E27FC236}">
                  <a16:creationId xmlns:a16="http://schemas.microsoft.com/office/drawing/2014/main" id="{46B4F76D-2169-4123-A557-CFF029C9F705}"/>
                </a:ext>
              </a:extLst>
            </p:cNvPr>
            <p:cNvGrpSpPr>
              <a:grpSpLocks/>
            </p:cNvGrpSpPr>
            <p:nvPr/>
          </p:nvGrpSpPr>
          <p:grpSpPr bwMode="auto">
            <a:xfrm>
              <a:off x="6194854" y="512890"/>
              <a:ext cx="4135433" cy="5345804"/>
              <a:chOff x="6194854" y="512890"/>
              <a:chExt cx="4135433" cy="5345804"/>
            </a:xfrm>
          </p:grpSpPr>
          <p:pic>
            <p:nvPicPr>
              <p:cNvPr id="12" name="Picture 23">
                <a:extLst>
                  <a:ext uri="{FF2B5EF4-FFF2-40B4-BE49-F238E27FC236}">
                    <a16:creationId xmlns:a16="http://schemas.microsoft.com/office/drawing/2014/main" id="{CAA7E9C3-3C9F-4D0D-9D9D-A2DFBADC0580}"/>
                  </a:ext>
                </a:extLst>
              </p:cNvPr>
              <p:cNvPicPr>
                <a:picLocks noChangeAspect="1"/>
              </p:cNvPicPr>
              <p:nvPr/>
            </p:nvPicPr>
            <p:blipFill>
              <a:blip r:embed="rId2" cstate="print">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194854" y="512890"/>
                <a:ext cx="4135433" cy="534580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grpSp>
            <p:nvGrpSpPr>
              <p:cNvPr id="13" name="Group 12">
                <a:extLst>
                  <a:ext uri="{FF2B5EF4-FFF2-40B4-BE49-F238E27FC236}">
                    <a16:creationId xmlns:a16="http://schemas.microsoft.com/office/drawing/2014/main" id="{6F35438F-B3BD-4907-BCA9-C280CBCA47BA}"/>
                  </a:ext>
                </a:extLst>
              </p:cNvPr>
              <p:cNvGrpSpPr/>
              <p:nvPr/>
            </p:nvGrpSpPr>
            <p:grpSpPr>
              <a:xfrm>
                <a:off x="7292868" y="2311930"/>
                <a:ext cx="2607012" cy="2607012"/>
                <a:chOff x="6633842" y="2500011"/>
                <a:chExt cx="2607012" cy="2607012"/>
              </a:xfrm>
              <a:solidFill>
                <a:schemeClr val="bg1"/>
              </a:solidFill>
            </p:grpSpPr>
            <p:sp>
              <p:nvSpPr>
                <p:cNvPr id="14" name="Oval 13">
                  <a:extLst>
                    <a:ext uri="{FF2B5EF4-FFF2-40B4-BE49-F238E27FC236}">
                      <a16:creationId xmlns:a16="http://schemas.microsoft.com/office/drawing/2014/main" id="{E15BE8C5-EF9C-4BFA-BDB5-4DE9AC8CA9C7}"/>
                    </a:ext>
                  </a:extLst>
                </p:cNvPr>
                <p:cNvSpPr/>
                <p:nvPr/>
              </p:nvSpPr>
              <p:spPr>
                <a:xfrm>
                  <a:off x="6633842" y="2500011"/>
                  <a:ext cx="2607012" cy="2607012"/>
                </a:xfrm>
                <a:prstGeom prst="ellipse">
                  <a:avLst/>
                </a:prstGeom>
                <a:solidFill>
                  <a:srgbClr val="2C4E8C"/>
                </a:solidFill>
                <a:ln w="3175">
                  <a:solidFill>
                    <a:schemeClr val="accent5">
                      <a:lumMod val="50000"/>
                    </a:schemeClr>
                  </a:solidFill>
                </a:ln>
                <a:effectLst>
                  <a:outerShdw blurRad="190500" dist="190500" dir="2700000" sx="97000" sy="97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5" name="Rectangle 14">
                  <a:extLst>
                    <a:ext uri="{FF2B5EF4-FFF2-40B4-BE49-F238E27FC236}">
                      <a16:creationId xmlns:a16="http://schemas.microsoft.com/office/drawing/2014/main" id="{D0E322FB-3C12-4215-8E34-6315EF1E3864}"/>
                    </a:ext>
                  </a:extLst>
                </p:cNvPr>
                <p:cNvSpPr/>
                <p:nvPr/>
              </p:nvSpPr>
              <p:spPr>
                <a:xfrm>
                  <a:off x="6981918" y="2994075"/>
                  <a:ext cx="1910860" cy="1870013"/>
                </a:xfrm>
                <a:prstGeom prst="rect">
                  <a:avLst/>
                </a:prstGeom>
                <a:noFill/>
              </p:spPr>
              <p:txBody>
                <a:bodyPr spcFirstLastPara="1" wrap="none">
                  <a:prstTxWarp prst="textButton">
                    <a:avLst>
                      <a:gd name="adj" fmla="val 10828397"/>
                    </a:avLst>
                  </a:prstTxWarp>
                  <a:spAutoFit/>
                </a:bodyPr>
                <a:lstStyle/>
                <a:p>
                  <a:pPr algn="ctr">
                    <a:defRPr/>
                  </a:pPr>
                  <a:r>
                    <a:rPr lang="en-US" sz="4000" b="1" spc="50" dirty="0">
                      <a:ln w="0"/>
                      <a:solidFill>
                        <a:schemeClr val="bg1"/>
                      </a:solidFill>
                      <a:latin typeface="Stencil" panose="040409050D0802020404" pitchFamily="82" charset="0"/>
                      <a:ea typeface="Open Sans Extrabold" panose="020B0906030804020204" pitchFamily="34" charset="0"/>
                      <a:cs typeface="Open Sans Extrabold" panose="020B0906030804020204" pitchFamily="34" charset="0"/>
                    </a:rPr>
                    <a:t>Hands-On</a:t>
                  </a:r>
                </a:p>
                <a:p>
                  <a:pPr algn="ctr">
                    <a:defRPr/>
                  </a:pPr>
                  <a:endParaRPr lang="en-US" sz="4000" b="1" spc="50" dirty="0">
                    <a:ln w="0"/>
                    <a:latin typeface="Stencil" panose="040409050D0802020404" pitchFamily="82" charset="0"/>
                    <a:ea typeface="Open Sans Extrabold" panose="020B0906030804020204" pitchFamily="34" charset="0"/>
                    <a:cs typeface="Open Sans Extrabold" panose="020B0906030804020204" pitchFamily="34" charset="0"/>
                  </a:endParaRPr>
                </a:p>
                <a:p>
                  <a:pPr algn="ctr">
                    <a:defRPr/>
                  </a:pPr>
                  <a:r>
                    <a:rPr lang="en-US" sz="4000" b="1" spc="800" dirty="0">
                      <a:ln w="0"/>
                      <a:solidFill>
                        <a:schemeClr val="bg1"/>
                      </a:solidFill>
                      <a:latin typeface="Stencil" panose="040409050D0802020404" pitchFamily="82" charset="0"/>
                      <a:ea typeface="Open Sans Extrabold" panose="020B0906030804020204" pitchFamily="34" charset="0"/>
                      <a:cs typeface="Open Sans Extrabold" panose="020B0906030804020204" pitchFamily="34" charset="0"/>
                    </a:rPr>
                    <a:t>TECH</a:t>
                  </a:r>
                </a:p>
              </p:txBody>
            </p:sp>
          </p:grpSp>
        </p:grpSp>
        <p:pic>
          <p:nvPicPr>
            <p:cNvPr id="11" name="Picture 7">
              <a:extLst>
                <a:ext uri="{FF2B5EF4-FFF2-40B4-BE49-F238E27FC236}">
                  <a16:creationId xmlns:a16="http://schemas.microsoft.com/office/drawing/2014/main" id="{E418C5C4-0633-4D99-8929-3C168C35ED98}"/>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66730" y="3176699"/>
              <a:ext cx="859287" cy="85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17321609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bg1"/>
                </a:solidFill>
                <a:latin typeface="Arial" panose="020B0604020202020204" pitchFamily="34" charset="0"/>
                <a:cs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E20670B2-13A7-40D4-9331-05687D2D82D4}" type="datetimeFigureOut">
              <a:rPr lang="en-US">
                <a:solidFill>
                  <a:srgbClr val="5B9BD5">
                    <a:lumMod val="50000"/>
                  </a:srgbClr>
                </a:solidFill>
              </a:rPr>
              <a:pPr>
                <a:defRPr/>
              </a:pPr>
              <a:t>11/4/2022</a:t>
            </a:fld>
            <a:endParaRPr lang="en-US" dirty="0">
              <a:solidFill>
                <a:srgbClr val="5B9BD5">
                  <a:lumMod val="50000"/>
                </a:srgb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dirty="0">
              <a:solidFill>
                <a:srgbClr val="5B9BD5">
                  <a:lumMod val="50000"/>
                </a:srgbClr>
              </a:solidFill>
            </a:endParaRPr>
          </a:p>
        </p:txBody>
      </p:sp>
      <p:sp>
        <p:nvSpPr>
          <p:cNvPr id="6" name="Slide Number Placeholder 5"/>
          <p:cNvSpPr>
            <a:spLocks noGrp="1"/>
          </p:cNvSpPr>
          <p:nvPr>
            <p:ph type="sldNum" sz="quarter" idx="12"/>
          </p:nvPr>
        </p:nvSpPr>
        <p:spPr/>
        <p:txBody>
          <a:bodyPr/>
          <a:lstStyle>
            <a:lvl1pPr>
              <a:defRPr/>
            </a:lvl1pPr>
          </a:lstStyle>
          <a:p>
            <a:pPr>
              <a:defRPr/>
            </a:pPr>
            <a:fld id="{7B6584D3-BFDB-4BA3-A298-18DBD515F053}" type="slidenum">
              <a:rPr lang="en-US">
                <a:solidFill>
                  <a:srgbClr val="5B9BD5">
                    <a:lumMod val="50000"/>
                  </a:srgbClr>
                </a:solidFill>
              </a:rPr>
              <a:pPr>
                <a:defRPr/>
              </a:pPr>
              <a:t>‹#›</a:t>
            </a:fld>
            <a:endParaRPr lang="en-US" dirty="0">
              <a:solidFill>
                <a:srgbClr val="5B9BD5">
                  <a:lumMod val="50000"/>
                </a:srgbClr>
              </a:solidFill>
            </a:endParaRPr>
          </a:p>
        </p:txBody>
      </p:sp>
      <p:grpSp>
        <p:nvGrpSpPr>
          <p:cNvPr id="8" name="Group 25">
            <a:extLst>
              <a:ext uri="{FF2B5EF4-FFF2-40B4-BE49-F238E27FC236}">
                <a16:creationId xmlns:a16="http://schemas.microsoft.com/office/drawing/2014/main" id="{A671AD07-22F4-40A3-9805-8C1C1248FDBD}"/>
              </a:ext>
            </a:extLst>
          </p:cNvPr>
          <p:cNvGrpSpPr>
            <a:grpSpLocks/>
          </p:cNvGrpSpPr>
          <p:nvPr userDrawn="1"/>
        </p:nvGrpSpPr>
        <p:grpSpPr bwMode="auto">
          <a:xfrm>
            <a:off x="11347450" y="98425"/>
            <a:ext cx="770286" cy="1023144"/>
            <a:chOff x="6194854" y="512890"/>
            <a:chExt cx="4135433" cy="5345804"/>
          </a:xfrm>
        </p:grpSpPr>
        <p:grpSp>
          <p:nvGrpSpPr>
            <p:cNvPr id="10" name="Group 24">
              <a:extLst>
                <a:ext uri="{FF2B5EF4-FFF2-40B4-BE49-F238E27FC236}">
                  <a16:creationId xmlns:a16="http://schemas.microsoft.com/office/drawing/2014/main" id="{6326B2D3-2D56-4AF5-842B-D90A26531763}"/>
                </a:ext>
              </a:extLst>
            </p:cNvPr>
            <p:cNvGrpSpPr>
              <a:grpSpLocks/>
            </p:cNvGrpSpPr>
            <p:nvPr/>
          </p:nvGrpSpPr>
          <p:grpSpPr bwMode="auto">
            <a:xfrm>
              <a:off x="6194854" y="512890"/>
              <a:ext cx="4135433" cy="5345804"/>
              <a:chOff x="6194854" y="512890"/>
              <a:chExt cx="4135433" cy="5345804"/>
            </a:xfrm>
          </p:grpSpPr>
          <p:pic>
            <p:nvPicPr>
              <p:cNvPr id="12" name="Picture 23">
                <a:extLst>
                  <a:ext uri="{FF2B5EF4-FFF2-40B4-BE49-F238E27FC236}">
                    <a16:creationId xmlns:a16="http://schemas.microsoft.com/office/drawing/2014/main" id="{6D43F607-0846-4A84-BAFF-7E11D7FBFE5D}"/>
                  </a:ext>
                </a:extLst>
              </p:cNvPr>
              <p:cNvPicPr>
                <a:picLocks noChangeAspect="1"/>
              </p:cNvPicPr>
              <p:nvPr/>
            </p:nvPicPr>
            <p:blipFill>
              <a:blip r:embed="rId2" cstate="print">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194854" y="512890"/>
                <a:ext cx="4135433" cy="534580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grpSp>
            <p:nvGrpSpPr>
              <p:cNvPr id="13" name="Group 12">
                <a:extLst>
                  <a:ext uri="{FF2B5EF4-FFF2-40B4-BE49-F238E27FC236}">
                    <a16:creationId xmlns:a16="http://schemas.microsoft.com/office/drawing/2014/main" id="{B22FA4C8-06A8-4B73-959A-0D335E4D9E2E}"/>
                  </a:ext>
                </a:extLst>
              </p:cNvPr>
              <p:cNvGrpSpPr/>
              <p:nvPr/>
            </p:nvGrpSpPr>
            <p:grpSpPr>
              <a:xfrm>
                <a:off x="7292868" y="2311930"/>
                <a:ext cx="2607012" cy="2607012"/>
                <a:chOff x="6633842" y="2500011"/>
                <a:chExt cx="2607012" cy="2607012"/>
              </a:xfrm>
              <a:solidFill>
                <a:schemeClr val="bg1"/>
              </a:solidFill>
            </p:grpSpPr>
            <p:sp>
              <p:nvSpPr>
                <p:cNvPr id="14" name="Oval 13">
                  <a:extLst>
                    <a:ext uri="{FF2B5EF4-FFF2-40B4-BE49-F238E27FC236}">
                      <a16:creationId xmlns:a16="http://schemas.microsoft.com/office/drawing/2014/main" id="{CB177CB5-CB0D-4D1E-B61E-3E573D5472E4}"/>
                    </a:ext>
                  </a:extLst>
                </p:cNvPr>
                <p:cNvSpPr/>
                <p:nvPr/>
              </p:nvSpPr>
              <p:spPr>
                <a:xfrm>
                  <a:off x="6633842" y="2500011"/>
                  <a:ext cx="2607012" cy="2607012"/>
                </a:xfrm>
                <a:prstGeom prst="ellipse">
                  <a:avLst/>
                </a:prstGeom>
                <a:solidFill>
                  <a:srgbClr val="2C4E8C"/>
                </a:solidFill>
                <a:ln w="3175">
                  <a:solidFill>
                    <a:schemeClr val="accent5">
                      <a:lumMod val="50000"/>
                    </a:schemeClr>
                  </a:solidFill>
                </a:ln>
                <a:effectLst>
                  <a:outerShdw blurRad="190500" dist="190500" dir="2700000" sx="97000" sy="97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5" name="Rectangle 14">
                  <a:extLst>
                    <a:ext uri="{FF2B5EF4-FFF2-40B4-BE49-F238E27FC236}">
                      <a16:creationId xmlns:a16="http://schemas.microsoft.com/office/drawing/2014/main" id="{C41FA817-6433-4235-90A2-FDEECD8C7BA6}"/>
                    </a:ext>
                  </a:extLst>
                </p:cNvPr>
                <p:cNvSpPr/>
                <p:nvPr/>
              </p:nvSpPr>
              <p:spPr>
                <a:xfrm>
                  <a:off x="6981918" y="2994075"/>
                  <a:ext cx="1910860" cy="1870013"/>
                </a:xfrm>
                <a:prstGeom prst="rect">
                  <a:avLst/>
                </a:prstGeom>
                <a:noFill/>
              </p:spPr>
              <p:txBody>
                <a:bodyPr spcFirstLastPara="1" wrap="none">
                  <a:prstTxWarp prst="textButton">
                    <a:avLst>
                      <a:gd name="adj" fmla="val 10828397"/>
                    </a:avLst>
                  </a:prstTxWarp>
                  <a:spAutoFit/>
                </a:bodyPr>
                <a:lstStyle/>
                <a:p>
                  <a:pPr algn="ctr">
                    <a:defRPr/>
                  </a:pPr>
                  <a:r>
                    <a:rPr lang="en-US" sz="4000" b="1" spc="50" dirty="0">
                      <a:ln w="0"/>
                      <a:solidFill>
                        <a:schemeClr val="bg1"/>
                      </a:solidFill>
                      <a:latin typeface="Stencil" panose="040409050D0802020404" pitchFamily="82" charset="0"/>
                      <a:ea typeface="Open Sans Extrabold" panose="020B0906030804020204" pitchFamily="34" charset="0"/>
                      <a:cs typeface="Open Sans Extrabold" panose="020B0906030804020204" pitchFamily="34" charset="0"/>
                    </a:rPr>
                    <a:t>Hands-On</a:t>
                  </a:r>
                </a:p>
                <a:p>
                  <a:pPr algn="ctr">
                    <a:defRPr/>
                  </a:pPr>
                  <a:endParaRPr lang="en-US" sz="4000" b="1" spc="50" dirty="0">
                    <a:ln w="0"/>
                    <a:latin typeface="Stencil" panose="040409050D0802020404" pitchFamily="82" charset="0"/>
                    <a:ea typeface="Open Sans Extrabold" panose="020B0906030804020204" pitchFamily="34" charset="0"/>
                    <a:cs typeface="Open Sans Extrabold" panose="020B0906030804020204" pitchFamily="34" charset="0"/>
                  </a:endParaRPr>
                </a:p>
                <a:p>
                  <a:pPr algn="ctr">
                    <a:defRPr/>
                  </a:pPr>
                  <a:r>
                    <a:rPr lang="en-US" sz="4000" b="1" spc="800" dirty="0">
                      <a:ln w="0"/>
                      <a:solidFill>
                        <a:schemeClr val="bg1"/>
                      </a:solidFill>
                      <a:latin typeface="Stencil" panose="040409050D0802020404" pitchFamily="82" charset="0"/>
                      <a:ea typeface="Open Sans Extrabold" panose="020B0906030804020204" pitchFamily="34" charset="0"/>
                      <a:cs typeface="Open Sans Extrabold" panose="020B0906030804020204" pitchFamily="34" charset="0"/>
                    </a:rPr>
                    <a:t>TECH</a:t>
                  </a:r>
                </a:p>
              </p:txBody>
            </p:sp>
          </p:grpSp>
        </p:grpSp>
        <p:pic>
          <p:nvPicPr>
            <p:cNvPr id="11" name="Picture 7">
              <a:extLst>
                <a:ext uri="{FF2B5EF4-FFF2-40B4-BE49-F238E27FC236}">
                  <a16:creationId xmlns:a16="http://schemas.microsoft.com/office/drawing/2014/main" id="{7375621F-9C89-4712-82EA-9C8C4B42467A}"/>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66730" y="3176699"/>
              <a:ext cx="859287" cy="85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139485202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082349" cy="1325563"/>
          </a:xfrm>
        </p:spPr>
        <p:txBody>
          <a:bodyPr/>
          <a:lstStyle>
            <a:lvl1pPr>
              <a:defRPr>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pPr>
              <a:defRPr/>
            </a:pPr>
            <a:fld id="{1536813E-1A03-4315-8336-AA973FD7C7FD}" type="datetimeFigureOut">
              <a:rPr lang="en-US">
                <a:solidFill>
                  <a:srgbClr val="5B9BD5">
                    <a:lumMod val="50000"/>
                  </a:srgbClr>
                </a:solidFill>
              </a:rPr>
              <a:pPr>
                <a:defRPr/>
              </a:pPr>
              <a:t>11/4/2022</a:t>
            </a:fld>
            <a:endParaRPr lang="en-US" dirty="0">
              <a:solidFill>
                <a:srgbClr val="5B9BD5">
                  <a:lumMod val="50000"/>
                </a:srgb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dirty="0">
              <a:solidFill>
                <a:srgbClr val="5B9BD5">
                  <a:lumMod val="50000"/>
                </a:srgbClr>
              </a:solidFill>
            </a:endParaRPr>
          </a:p>
        </p:txBody>
      </p:sp>
      <p:sp>
        <p:nvSpPr>
          <p:cNvPr id="7" name="Slide Number Placeholder 5"/>
          <p:cNvSpPr>
            <a:spLocks noGrp="1"/>
          </p:cNvSpPr>
          <p:nvPr>
            <p:ph type="sldNum" sz="quarter" idx="12"/>
          </p:nvPr>
        </p:nvSpPr>
        <p:spPr/>
        <p:txBody>
          <a:bodyPr/>
          <a:lstStyle>
            <a:lvl1pPr>
              <a:defRPr/>
            </a:lvl1pPr>
          </a:lstStyle>
          <a:p>
            <a:pPr>
              <a:defRPr/>
            </a:pPr>
            <a:fld id="{BA93366D-EEA0-4222-A71B-E25AF12F4ED9}" type="slidenum">
              <a:rPr lang="en-US">
                <a:solidFill>
                  <a:srgbClr val="5B9BD5">
                    <a:lumMod val="50000"/>
                  </a:srgbClr>
                </a:solidFill>
              </a:rPr>
              <a:pPr>
                <a:defRPr/>
              </a:pPr>
              <a:t>‹#›</a:t>
            </a:fld>
            <a:endParaRPr lang="en-US" dirty="0">
              <a:solidFill>
                <a:srgbClr val="5B9BD5">
                  <a:lumMod val="50000"/>
                </a:srgbClr>
              </a:solidFill>
            </a:endParaRPr>
          </a:p>
        </p:txBody>
      </p:sp>
      <p:grpSp>
        <p:nvGrpSpPr>
          <p:cNvPr id="9" name="Group 25">
            <a:extLst>
              <a:ext uri="{FF2B5EF4-FFF2-40B4-BE49-F238E27FC236}">
                <a16:creationId xmlns:a16="http://schemas.microsoft.com/office/drawing/2014/main" id="{C1B22299-ED59-4745-BC20-F1929C35916A}"/>
              </a:ext>
            </a:extLst>
          </p:cNvPr>
          <p:cNvGrpSpPr>
            <a:grpSpLocks/>
          </p:cNvGrpSpPr>
          <p:nvPr userDrawn="1"/>
        </p:nvGrpSpPr>
        <p:grpSpPr bwMode="auto">
          <a:xfrm>
            <a:off x="11347450" y="98425"/>
            <a:ext cx="770286" cy="1023144"/>
            <a:chOff x="6194854" y="512890"/>
            <a:chExt cx="4135433" cy="5345804"/>
          </a:xfrm>
        </p:grpSpPr>
        <p:grpSp>
          <p:nvGrpSpPr>
            <p:cNvPr id="11" name="Group 24">
              <a:extLst>
                <a:ext uri="{FF2B5EF4-FFF2-40B4-BE49-F238E27FC236}">
                  <a16:creationId xmlns:a16="http://schemas.microsoft.com/office/drawing/2014/main" id="{D873CF2C-85EA-44BF-8819-A4B5E326E967}"/>
                </a:ext>
              </a:extLst>
            </p:cNvPr>
            <p:cNvGrpSpPr>
              <a:grpSpLocks/>
            </p:cNvGrpSpPr>
            <p:nvPr/>
          </p:nvGrpSpPr>
          <p:grpSpPr bwMode="auto">
            <a:xfrm>
              <a:off x="6194854" y="512890"/>
              <a:ext cx="4135433" cy="5345804"/>
              <a:chOff x="6194854" y="512890"/>
              <a:chExt cx="4135433" cy="5345804"/>
            </a:xfrm>
          </p:grpSpPr>
          <p:pic>
            <p:nvPicPr>
              <p:cNvPr id="13" name="Picture 23">
                <a:extLst>
                  <a:ext uri="{FF2B5EF4-FFF2-40B4-BE49-F238E27FC236}">
                    <a16:creationId xmlns:a16="http://schemas.microsoft.com/office/drawing/2014/main" id="{5F997D71-6846-46A2-9AA5-20393924E5FA}"/>
                  </a:ext>
                </a:extLst>
              </p:cNvPr>
              <p:cNvPicPr>
                <a:picLocks noChangeAspect="1"/>
              </p:cNvPicPr>
              <p:nvPr/>
            </p:nvPicPr>
            <p:blipFill>
              <a:blip r:embed="rId2" cstate="print">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194854" y="512890"/>
                <a:ext cx="4135433" cy="534580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grpSp>
            <p:nvGrpSpPr>
              <p:cNvPr id="14" name="Group 13">
                <a:extLst>
                  <a:ext uri="{FF2B5EF4-FFF2-40B4-BE49-F238E27FC236}">
                    <a16:creationId xmlns:a16="http://schemas.microsoft.com/office/drawing/2014/main" id="{20A012DE-C6F5-4F22-8B13-9E0C52826EA6}"/>
                  </a:ext>
                </a:extLst>
              </p:cNvPr>
              <p:cNvGrpSpPr/>
              <p:nvPr/>
            </p:nvGrpSpPr>
            <p:grpSpPr>
              <a:xfrm>
                <a:off x="7292868" y="2311930"/>
                <a:ext cx="2607012" cy="2607012"/>
                <a:chOff x="6633842" y="2500011"/>
                <a:chExt cx="2607012" cy="2607012"/>
              </a:xfrm>
              <a:solidFill>
                <a:schemeClr val="bg1"/>
              </a:solidFill>
            </p:grpSpPr>
            <p:sp>
              <p:nvSpPr>
                <p:cNvPr id="15" name="Oval 14">
                  <a:extLst>
                    <a:ext uri="{FF2B5EF4-FFF2-40B4-BE49-F238E27FC236}">
                      <a16:creationId xmlns:a16="http://schemas.microsoft.com/office/drawing/2014/main" id="{6156DC7D-F6DB-41C9-8436-A9E49C7342A3}"/>
                    </a:ext>
                  </a:extLst>
                </p:cNvPr>
                <p:cNvSpPr/>
                <p:nvPr/>
              </p:nvSpPr>
              <p:spPr>
                <a:xfrm>
                  <a:off x="6633842" y="2500011"/>
                  <a:ext cx="2607012" cy="2607012"/>
                </a:xfrm>
                <a:prstGeom prst="ellipse">
                  <a:avLst/>
                </a:prstGeom>
                <a:solidFill>
                  <a:srgbClr val="2C4E8C"/>
                </a:solidFill>
                <a:ln w="3175">
                  <a:solidFill>
                    <a:schemeClr val="accent5">
                      <a:lumMod val="50000"/>
                    </a:schemeClr>
                  </a:solidFill>
                </a:ln>
                <a:effectLst>
                  <a:outerShdw blurRad="190500" dist="190500" dir="2700000" sx="97000" sy="97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6" name="Rectangle 15">
                  <a:extLst>
                    <a:ext uri="{FF2B5EF4-FFF2-40B4-BE49-F238E27FC236}">
                      <a16:creationId xmlns:a16="http://schemas.microsoft.com/office/drawing/2014/main" id="{75D499F6-72B5-4C0A-9927-6DC57C6C286D}"/>
                    </a:ext>
                  </a:extLst>
                </p:cNvPr>
                <p:cNvSpPr/>
                <p:nvPr/>
              </p:nvSpPr>
              <p:spPr>
                <a:xfrm>
                  <a:off x="6981918" y="2994075"/>
                  <a:ext cx="1910860" cy="1870013"/>
                </a:xfrm>
                <a:prstGeom prst="rect">
                  <a:avLst/>
                </a:prstGeom>
                <a:noFill/>
              </p:spPr>
              <p:txBody>
                <a:bodyPr spcFirstLastPara="1" wrap="none">
                  <a:prstTxWarp prst="textButton">
                    <a:avLst>
                      <a:gd name="adj" fmla="val 10828397"/>
                    </a:avLst>
                  </a:prstTxWarp>
                  <a:spAutoFit/>
                </a:bodyPr>
                <a:lstStyle/>
                <a:p>
                  <a:pPr algn="ctr">
                    <a:defRPr/>
                  </a:pPr>
                  <a:r>
                    <a:rPr lang="en-US" sz="4000" b="1" spc="50" dirty="0">
                      <a:ln w="0"/>
                      <a:solidFill>
                        <a:schemeClr val="bg1"/>
                      </a:solidFill>
                      <a:latin typeface="Stencil" panose="040409050D0802020404" pitchFamily="82" charset="0"/>
                      <a:ea typeface="Open Sans Extrabold" panose="020B0906030804020204" pitchFamily="34" charset="0"/>
                      <a:cs typeface="Open Sans Extrabold" panose="020B0906030804020204" pitchFamily="34" charset="0"/>
                    </a:rPr>
                    <a:t>Hands-On</a:t>
                  </a:r>
                </a:p>
                <a:p>
                  <a:pPr algn="ctr">
                    <a:defRPr/>
                  </a:pPr>
                  <a:endParaRPr lang="en-US" sz="4000" b="1" spc="50" dirty="0">
                    <a:ln w="0"/>
                    <a:latin typeface="Stencil" panose="040409050D0802020404" pitchFamily="82" charset="0"/>
                    <a:ea typeface="Open Sans Extrabold" panose="020B0906030804020204" pitchFamily="34" charset="0"/>
                    <a:cs typeface="Open Sans Extrabold" panose="020B0906030804020204" pitchFamily="34" charset="0"/>
                  </a:endParaRPr>
                </a:p>
                <a:p>
                  <a:pPr algn="ctr">
                    <a:defRPr/>
                  </a:pPr>
                  <a:r>
                    <a:rPr lang="en-US" sz="4000" b="1" spc="800" dirty="0">
                      <a:ln w="0"/>
                      <a:solidFill>
                        <a:schemeClr val="bg1"/>
                      </a:solidFill>
                      <a:latin typeface="Stencil" panose="040409050D0802020404" pitchFamily="82" charset="0"/>
                      <a:ea typeface="Open Sans Extrabold" panose="020B0906030804020204" pitchFamily="34" charset="0"/>
                      <a:cs typeface="Open Sans Extrabold" panose="020B0906030804020204" pitchFamily="34" charset="0"/>
                    </a:rPr>
                    <a:t>TECH</a:t>
                  </a:r>
                </a:p>
              </p:txBody>
            </p:sp>
          </p:grpSp>
        </p:grpSp>
        <p:pic>
          <p:nvPicPr>
            <p:cNvPr id="12" name="Picture 7">
              <a:extLst>
                <a:ext uri="{FF2B5EF4-FFF2-40B4-BE49-F238E27FC236}">
                  <a16:creationId xmlns:a16="http://schemas.microsoft.com/office/drawing/2014/main" id="{3D779EF9-2EF2-42F6-90E0-0368DB81F182}"/>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66730" y="3176699"/>
              <a:ext cx="859287" cy="85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252853092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028509" cy="1325563"/>
          </a:xfrm>
        </p:spPr>
        <p:txBody>
          <a:bodyPr/>
          <a:lstStyle>
            <a:lvl1pPr>
              <a:defRPr>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pPr>
              <a:defRPr/>
            </a:pPr>
            <a:fld id="{A4DC4B24-E1AF-4325-BF5C-84690BD58A55}" type="datetimeFigureOut">
              <a:rPr lang="en-US">
                <a:solidFill>
                  <a:srgbClr val="5B9BD5">
                    <a:lumMod val="50000"/>
                  </a:srgbClr>
                </a:solidFill>
              </a:rPr>
              <a:pPr>
                <a:defRPr/>
              </a:pPr>
              <a:t>11/4/2022</a:t>
            </a:fld>
            <a:endParaRPr lang="en-US" dirty="0">
              <a:solidFill>
                <a:srgbClr val="5B9BD5">
                  <a:lumMod val="50000"/>
                </a:srgbClr>
              </a:solidFill>
            </a:endParaRPr>
          </a:p>
        </p:txBody>
      </p:sp>
      <p:sp>
        <p:nvSpPr>
          <p:cNvPr id="8" name="Footer Placeholder 4"/>
          <p:cNvSpPr>
            <a:spLocks noGrp="1"/>
          </p:cNvSpPr>
          <p:nvPr>
            <p:ph type="ftr" sz="quarter" idx="11"/>
          </p:nvPr>
        </p:nvSpPr>
        <p:spPr/>
        <p:txBody>
          <a:bodyPr/>
          <a:lstStyle>
            <a:lvl1pPr>
              <a:defRPr/>
            </a:lvl1pPr>
          </a:lstStyle>
          <a:p>
            <a:pPr>
              <a:defRPr/>
            </a:pPr>
            <a:endParaRPr lang="en-US" dirty="0">
              <a:solidFill>
                <a:srgbClr val="5B9BD5">
                  <a:lumMod val="50000"/>
                </a:srgbClr>
              </a:solidFill>
            </a:endParaRPr>
          </a:p>
        </p:txBody>
      </p:sp>
      <p:sp>
        <p:nvSpPr>
          <p:cNvPr id="9" name="Slide Number Placeholder 5"/>
          <p:cNvSpPr>
            <a:spLocks noGrp="1"/>
          </p:cNvSpPr>
          <p:nvPr>
            <p:ph type="sldNum" sz="quarter" idx="12"/>
          </p:nvPr>
        </p:nvSpPr>
        <p:spPr/>
        <p:txBody>
          <a:bodyPr/>
          <a:lstStyle>
            <a:lvl1pPr>
              <a:defRPr/>
            </a:lvl1pPr>
          </a:lstStyle>
          <a:p>
            <a:pPr>
              <a:defRPr/>
            </a:pPr>
            <a:fld id="{802D9C43-7C77-4C28-B664-C1F6D0C5BEC0}" type="slidenum">
              <a:rPr lang="en-US">
                <a:solidFill>
                  <a:srgbClr val="5B9BD5">
                    <a:lumMod val="50000"/>
                  </a:srgbClr>
                </a:solidFill>
              </a:rPr>
              <a:pPr>
                <a:defRPr/>
              </a:pPr>
              <a:t>‹#›</a:t>
            </a:fld>
            <a:endParaRPr lang="en-US" dirty="0">
              <a:solidFill>
                <a:srgbClr val="5B9BD5">
                  <a:lumMod val="50000"/>
                </a:srgbClr>
              </a:solidFill>
            </a:endParaRPr>
          </a:p>
        </p:txBody>
      </p:sp>
      <p:grpSp>
        <p:nvGrpSpPr>
          <p:cNvPr id="11" name="Group 25">
            <a:extLst>
              <a:ext uri="{FF2B5EF4-FFF2-40B4-BE49-F238E27FC236}">
                <a16:creationId xmlns:a16="http://schemas.microsoft.com/office/drawing/2014/main" id="{D61EEE52-5217-48D0-ABB4-76DF1722CD43}"/>
              </a:ext>
            </a:extLst>
          </p:cNvPr>
          <p:cNvGrpSpPr>
            <a:grpSpLocks/>
          </p:cNvGrpSpPr>
          <p:nvPr userDrawn="1"/>
        </p:nvGrpSpPr>
        <p:grpSpPr bwMode="auto">
          <a:xfrm>
            <a:off x="11347450" y="98425"/>
            <a:ext cx="770286" cy="1023144"/>
            <a:chOff x="6194854" y="512890"/>
            <a:chExt cx="4135433" cy="5345804"/>
          </a:xfrm>
        </p:grpSpPr>
        <p:grpSp>
          <p:nvGrpSpPr>
            <p:cNvPr id="12" name="Group 24">
              <a:extLst>
                <a:ext uri="{FF2B5EF4-FFF2-40B4-BE49-F238E27FC236}">
                  <a16:creationId xmlns:a16="http://schemas.microsoft.com/office/drawing/2014/main" id="{93B4275D-88A5-48F1-8442-6F1F39D425C3}"/>
                </a:ext>
              </a:extLst>
            </p:cNvPr>
            <p:cNvGrpSpPr>
              <a:grpSpLocks/>
            </p:cNvGrpSpPr>
            <p:nvPr/>
          </p:nvGrpSpPr>
          <p:grpSpPr bwMode="auto">
            <a:xfrm>
              <a:off x="6194854" y="512890"/>
              <a:ext cx="4135433" cy="5345804"/>
              <a:chOff x="6194854" y="512890"/>
              <a:chExt cx="4135433" cy="5345804"/>
            </a:xfrm>
          </p:grpSpPr>
          <p:pic>
            <p:nvPicPr>
              <p:cNvPr id="15" name="Picture 23">
                <a:extLst>
                  <a:ext uri="{FF2B5EF4-FFF2-40B4-BE49-F238E27FC236}">
                    <a16:creationId xmlns:a16="http://schemas.microsoft.com/office/drawing/2014/main" id="{1F35F3D9-C521-48ED-9E59-A90842A7A39A}"/>
                  </a:ext>
                </a:extLst>
              </p:cNvPr>
              <p:cNvPicPr>
                <a:picLocks noChangeAspect="1"/>
              </p:cNvPicPr>
              <p:nvPr/>
            </p:nvPicPr>
            <p:blipFill>
              <a:blip r:embed="rId2" cstate="print">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194854" y="512890"/>
                <a:ext cx="4135433" cy="534580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grpSp>
            <p:nvGrpSpPr>
              <p:cNvPr id="16" name="Group 15">
                <a:extLst>
                  <a:ext uri="{FF2B5EF4-FFF2-40B4-BE49-F238E27FC236}">
                    <a16:creationId xmlns:a16="http://schemas.microsoft.com/office/drawing/2014/main" id="{2DD9553F-851F-40A8-AFC9-7F61B56B4601}"/>
                  </a:ext>
                </a:extLst>
              </p:cNvPr>
              <p:cNvGrpSpPr/>
              <p:nvPr/>
            </p:nvGrpSpPr>
            <p:grpSpPr>
              <a:xfrm>
                <a:off x="7292868" y="2311930"/>
                <a:ext cx="2607012" cy="2607012"/>
                <a:chOff x="6633842" y="2500011"/>
                <a:chExt cx="2607012" cy="2607012"/>
              </a:xfrm>
              <a:solidFill>
                <a:schemeClr val="bg1"/>
              </a:solidFill>
            </p:grpSpPr>
            <p:sp>
              <p:nvSpPr>
                <p:cNvPr id="17" name="Oval 16">
                  <a:extLst>
                    <a:ext uri="{FF2B5EF4-FFF2-40B4-BE49-F238E27FC236}">
                      <a16:creationId xmlns:a16="http://schemas.microsoft.com/office/drawing/2014/main" id="{BCBB432F-C667-4D2F-ADDF-E169CB218EEC}"/>
                    </a:ext>
                  </a:extLst>
                </p:cNvPr>
                <p:cNvSpPr/>
                <p:nvPr/>
              </p:nvSpPr>
              <p:spPr>
                <a:xfrm>
                  <a:off x="6633842" y="2500011"/>
                  <a:ext cx="2607012" cy="2607012"/>
                </a:xfrm>
                <a:prstGeom prst="ellipse">
                  <a:avLst/>
                </a:prstGeom>
                <a:solidFill>
                  <a:srgbClr val="2C4E8C"/>
                </a:solidFill>
                <a:ln w="3175">
                  <a:solidFill>
                    <a:schemeClr val="accent5">
                      <a:lumMod val="50000"/>
                    </a:schemeClr>
                  </a:solidFill>
                </a:ln>
                <a:effectLst>
                  <a:outerShdw blurRad="190500" dist="190500" dir="2700000" sx="97000" sy="97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8" name="Rectangle 17">
                  <a:extLst>
                    <a:ext uri="{FF2B5EF4-FFF2-40B4-BE49-F238E27FC236}">
                      <a16:creationId xmlns:a16="http://schemas.microsoft.com/office/drawing/2014/main" id="{1500974C-F70F-4D86-A627-213ACA07C925}"/>
                    </a:ext>
                  </a:extLst>
                </p:cNvPr>
                <p:cNvSpPr/>
                <p:nvPr/>
              </p:nvSpPr>
              <p:spPr>
                <a:xfrm>
                  <a:off x="6981918" y="2994075"/>
                  <a:ext cx="1910860" cy="1870013"/>
                </a:xfrm>
                <a:prstGeom prst="rect">
                  <a:avLst/>
                </a:prstGeom>
                <a:noFill/>
              </p:spPr>
              <p:txBody>
                <a:bodyPr spcFirstLastPara="1" wrap="none">
                  <a:prstTxWarp prst="textButton">
                    <a:avLst>
                      <a:gd name="adj" fmla="val 10828397"/>
                    </a:avLst>
                  </a:prstTxWarp>
                  <a:spAutoFit/>
                </a:bodyPr>
                <a:lstStyle/>
                <a:p>
                  <a:pPr algn="ctr">
                    <a:defRPr/>
                  </a:pPr>
                  <a:r>
                    <a:rPr lang="en-US" sz="4000" b="1" spc="50" dirty="0">
                      <a:ln w="0"/>
                      <a:solidFill>
                        <a:schemeClr val="bg1"/>
                      </a:solidFill>
                      <a:latin typeface="Stencil" panose="040409050D0802020404" pitchFamily="82" charset="0"/>
                      <a:ea typeface="Open Sans Extrabold" panose="020B0906030804020204" pitchFamily="34" charset="0"/>
                      <a:cs typeface="Open Sans Extrabold" panose="020B0906030804020204" pitchFamily="34" charset="0"/>
                    </a:rPr>
                    <a:t>Hands-On</a:t>
                  </a:r>
                </a:p>
                <a:p>
                  <a:pPr algn="ctr">
                    <a:defRPr/>
                  </a:pPr>
                  <a:endParaRPr lang="en-US" sz="4000" b="1" spc="50" dirty="0">
                    <a:ln w="0"/>
                    <a:latin typeface="Stencil" panose="040409050D0802020404" pitchFamily="82" charset="0"/>
                    <a:ea typeface="Open Sans Extrabold" panose="020B0906030804020204" pitchFamily="34" charset="0"/>
                    <a:cs typeface="Open Sans Extrabold" panose="020B0906030804020204" pitchFamily="34" charset="0"/>
                  </a:endParaRPr>
                </a:p>
                <a:p>
                  <a:pPr algn="ctr">
                    <a:defRPr/>
                  </a:pPr>
                  <a:r>
                    <a:rPr lang="en-US" sz="4000" b="1" spc="800" dirty="0">
                      <a:ln w="0"/>
                      <a:solidFill>
                        <a:schemeClr val="bg1"/>
                      </a:solidFill>
                      <a:latin typeface="Stencil" panose="040409050D0802020404" pitchFamily="82" charset="0"/>
                      <a:ea typeface="Open Sans Extrabold" panose="020B0906030804020204" pitchFamily="34" charset="0"/>
                      <a:cs typeface="Open Sans Extrabold" panose="020B0906030804020204" pitchFamily="34" charset="0"/>
                    </a:rPr>
                    <a:t>TECH</a:t>
                  </a:r>
                </a:p>
              </p:txBody>
            </p:sp>
          </p:grpSp>
        </p:grpSp>
        <p:pic>
          <p:nvPicPr>
            <p:cNvPr id="14" name="Picture 7">
              <a:extLst>
                <a:ext uri="{FF2B5EF4-FFF2-40B4-BE49-F238E27FC236}">
                  <a16:creationId xmlns:a16="http://schemas.microsoft.com/office/drawing/2014/main" id="{6C4BC4EF-7DB6-4294-9ABA-1FC48A0D7B5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66730" y="3176699"/>
              <a:ext cx="859287" cy="85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202409517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012680" cy="1325563"/>
          </a:xfrm>
        </p:spPr>
        <p:txBody>
          <a:bodyPr/>
          <a:lstStyle>
            <a:lvl1pPr>
              <a:defRPr>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Date Placeholder 3"/>
          <p:cNvSpPr>
            <a:spLocks noGrp="1"/>
          </p:cNvSpPr>
          <p:nvPr>
            <p:ph type="dt" sz="half" idx="10"/>
          </p:nvPr>
        </p:nvSpPr>
        <p:spPr/>
        <p:txBody>
          <a:bodyPr/>
          <a:lstStyle>
            <a:lvl1pPr>
              <a:defRPr/>
            </a:lvl1pPr>
          </a:lstStyle>
          <a:p>
            <a:pPr>
              <a:defRPr/>
            </a:pPr>
            <a:fld id="{182714AA-18D9-4779-9388-CBD8CA5EB48F}" type="datetimeFigureOut">
              <a:rPr lang="en-US">
                <a:solidFill>
                  <a:srgbClr val="5B9BD5">
                    <a:lumMod val="50000"/>
                  </a:srgbClr>
                </a:solidFill>
              </a:rPr>
              <a:pPr>
                <a:defRPr/>
              </a:pPr>
              <a:t>11/4/2022</a:t>
            </a:fld>
            <a:endParaRPr lang="en-US" dirty="0">
              <a:solidFill>
                <a:srgbClr val="5B9BD5">
                  <a:lumMod val="50000"/>
                </a:srgbClr>
              </a:solidFill>
            </a:endParaRPr>
          </a:p>
        </p:txBody>
      </p:sp>
      <p:sp>
        <p:nvSpPr>
          <p:cNvPr id="4" name="Footer Placeholder 4"/>
          <p:cNvSpPr>
            <a:spLocks noGrp="1"/>
          </p:cNvSpPr>
          <p:nvPr>
            <p:ph type="ftr" sz="quarter" idx="11"/>
          </p:nvPr>
        </p:nvSpPr>
        <p:spPr/>
        <p:txBody>
          <a:bodyPr/>
          <a:lstStyle>
            <a:lvl1pPr>
              <a:defRPr/>
            </a:lvl1pPr>
          </a:lstStyle>
          <a:p>
            <a:pPr>
              <a:defRPr/>
            </a:pPr>
            <a:endParaRPr lang="en-US" dirty="0">
              <a:solidFill>
                <a:srgbClr val="5B9BD5">
                  <a:lumMod val="50000"/>
                </a:srgbClr>
              </a:solidFill>
            </a:endParaRPr>
          </a:p>
        </p:txBody>
      </p:sp>
      <p:sp>
        <p:nvSpPr>
          <p:cNvPr id="5" name="Slide Number Placeholder 5"/>
          <p:cNvSpPr>
            <a:spLocks noGrp="1"/>
          </p:cNvSpPr>
          <p:nvPr>
            <p:ph type="sldNum" sz="quarter" idx="12"/>
          </p:nvPr>
        </p:nvSpPr>
        <p:spPr/>
        <p:txBody>
          <a:bodyPr/>
          <a:lstStyle>
            <a:lvl1pPr>
              <a:defRPr/>
            </a:lvl1pPr>
          </a:lstStyle>
          <a:p>
            <a:pPr>
              <a:defRPr/>
            </a:pPr>
            <a:fld id="{8F7B5FF8-1720-428E-A503-3F8750FE7EAA}" type="slidenum">
              <a:rPr lang="en-US">
                <a:solidFill>
                  <a:srgbClr val="5B9BD5">
                    <a:lumMod val="50000"/>
                  </a:srgbClr>
                </a:solidFill>
              </a:rPr>
              <a:pPr>
                <a:defRPr/>
              </a:pPr>
              <a:t>‹#›</a:t>
            </a:fld>
            <a:endParaRPr lang="en-US" dirty="0">
              <a:solidFill>
                <a:srgbClr val="5B9BD5">
                  <a:lumMod val="50000"/>
                </a:srgbClr>
              </a:solidFill>
            </a:endParaRPr>
          </a:p>
        </p:txBody>
      </p:sp>
      <p:grpSp>
        <p:nvGrpSpPr>
          <p:cNvPr id="7" name="Group 25">
            <a:extLst>
              <a:ext uri="{FF2B5EF4-FFF2-40B4-BE49-F238E27FC236}">
                <a16:creationId xmlns:a16="http://schemas.microsoft.com/office/drawing/2014/main" id="{52CF4470-A6E2-4E8F-9909-B69EF689D730}"/>
              </a:ext>
            </a:extLst>
          </p:cNvPr>
          <p:cNvGrpSpPr>
            <a:grpSpLocks/>
          </p:cNvGrpSpPr>
          <p:nvPr userDrawn="1"/>
        </p:nvGrpSpPr>
        <p:grpSpPr bwMode="auto">
          <a:xfrm>
            <a:off x="11347450" y="98425"/>
            <a:ext cx="770286" cy="1023144"/>
            <a:chOff x="6194854" y="512890"/>
            <a:chExt cx="4135433" cy="5345804"/>
          </a:xfrm>
        </p:grpSpPr>
        <p:grpSp>
          <p:nvGrpSpPr>
            <p:cNvPr id="9" name="Group 24">
              <a:extLst>
                <a:ext uri="{FF2B5EF4-FFF2-40B4-BE49-F238E27FC236}">
                  <a16:creationId xmlns:a16="http://schemas.microsoft.com/office/drawing/2014/main" id="{AB5FFDBC-5006-4396-946B-50CF5ED8739F}"/>
                </a:ext>
              </a:extLst>
            </p:cNvPr>
            <p:cNvGrpSpPr>
              <a:grpSpLocks/>
            </p:cNvGrpSpPr>
            <p:nvPr/>
          </p:nvGrpSpPr>
          <p:grpSpPr bwMode="auto">
            <a:xfrm>
              <a:off x="6194854" y="512890"/>
              <a:ext cx="4135433" cy="5345804"/>
              <a:chOff x="6194854" y="512890"/>
              <a:chExt cx="4135433" cy="5345804"/>
            </a:xfrm>
          </p:grpSpPr>
          <p:pic>
            <p:nvPicPr>
              <p:cNvPr id="11" name="Picture 23">
                <a:extLst>
                  <a:ext uri="{FF2B5EF4-FFF2-40B4-BE49-F238E27FC236}">
                    <a16:creationId xmlns:a16="http://schemas.microsoft.com/office/drawing/2014/main" id="{0AC807D9-C925-4E7B-AE67-C56500791E53}"/>
                  </a:ext>
                </a:extLst>
              </p:cNvPr>
              <p:cNvPicPr>
                <a:picLocks noChangeAspect="1"/>
              </p:cNvPicPr>
              <p:nvPr/>
            </p:nvPicPr>
            <p:blipFill>
              <a:blip r:embed="rId2" cstate="print">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194854" y="512890"/>
                <a:ext cx="4135433" cy="534580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grpSp>
            <p:nvGrpSpPr>
              <p:cNvPr id="12" name="Group 11">
                <a:extLst>
                  <a:ext uri="{FF2B5EF4-FFF2-40B4-BE49-F238E27FC236}">
                    <a16:creationId xmlns:a16="http://schemas.microsoft.com/office/drawing/2014/main" id="{861DB37F-B1DB-4B6A-94EB-B8F9BB2448CB}"/>
                  </a:ext>
                </a:extLst>
              </p:cNvPr>
              <p:cNvGrpSpPr/>
              <p:nvPr/>
            </p:nvGrpSpPr>
            <p:grpSpPr>
              <a:xfrm>
                <a:off x="7292868" y="2311930"/>
                <a:ext cx="2607012" cy="2607012"/>
                <a:chOff x="6633842" y="2500011"/>
                <a:chExt cx="2607012" cy="2607012"/>
              </a:xfrm>
              <a:solidFill>
                <a:schemeClr val="bg1"/>
              </a:solidFill>
            </p:grpSpPr>
            <p:sp>
              <p:nvSpPr>
                <p:cNvPr id="13" name="Oval 12">
                  <a:extLst>
                    <a:ext uri="{FF2B5EF4-FFF2-40B4-BE49-F238E27FC236}">
                      <a16:creationId xmlns:a16="http://schemas.microsoft.com/office/drawing/2014/main" id="{1FF6BE0D-7C54-45F7-B0AC-321C1FC3D1E2}"/>
                    </a:ext>
                  </a:extLst>
                </p:cNvPr>
                <p:cNvSpPr/>
                <p:nvPr/>
              </p:nvSpPr>
              <p:spPr>
                <a:xfrm>
                  <a:off x="6633842" y="2500011"/>
                  <a:ext cx="2607012" cy="2607012"/>
                </a:xfrm>
                <a:prstGeom prst="ellipse">
                  <a:avLst/>
                </a:prstGeom>
                <a:solidFill>
                  <a:srgbClr val="2C4E8C"/>
                </a:solidFill>
                <a:ln w="3175">
                  <a:solidFill>
                    <a:schemeClr val="accent5">
                      <a:lumMod val="50000"/>
                    </a:schemeClr>
                  </a:solidFill>
                </a:ln>
                <a:effectLst>
                  <a:outerShdw blurRad="190500" dist="190500" dir="2700000" sx="97000" sy="97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4" name="Rectangle 13">
                  <a:extLst>
                    <a:ext uri="{FF2B5EF4-FFF2-40B4-BE49-F238E27FC236}">
                      <a16:creationId xmlns:a16="http://schemas.microsoft.com/office/drawing/2014/main" id="{54E4568C-5EAF-4778-BEBC-EE174787B7C1}"/>
                    </a:ext>
                  </a:extLst>
                </p:cNvPr>
                <p:cNvSpPr/>
                <p:nvPr/>
              </p:nvSpPr>
              <p:spPr>
                <a:xfrm>
                  <a:off x="6981918" y="2994075"/>
                  <a:ext cx="1910860" cy="1870013"/>
                </a:xfrm>
                <a:prstGeom prst="rect">
                  <a:avLst/>
                </a:prstGeom>
                <a:noFill/>
              </p:spPr>
              <p:txBody>
                <a:bodyPr spcFirstLastPara="1" wrap="none">
                  <a:prstTxWarp prst="textButton">
                    <a:avLst>
                      <a:gd name="adj" fmla="val 10828397"/>
                    </a:avLst>
                  </a:prstTxWarp>
                  <a:spAutoFit/>
                </a:bodyPr>
                <a:lstStyle/>
                <a:p>
                  <a:pPr algn="ctr">
                    <a:defRPr/>
                  </a:pPr>
                  <a:r>
                    <a:rPr lang="en-US" sz="4000" b="1" spc="50" dirty="0">
                      <a:ln w="0"/>
                      <a:solidFill>
                        <a:schemeClr val="bg1"/>
                      </a:solidFill>
                      <a:latin typeface="Stencil" panose="040409050D0802020404" pitchFamily="82" charset="0"/>
                      <a:ea typeface="Open Sans Extrabold" panose="020B0906030804020204" pitchFamily="34" charset="0"/>
                      <a:cs typeface="Open Sans Extrabold" panose="020B0906030804020204" pitchFamily="34" charset="0"/>
                    </a:rPr>
                    <a:t>Hands-On</a:t>
                  </a:r>
                </a:p>
                <a:p>
                  <a:pPr algn="ctr">
                    <a:defRPr/>
                  </a:pPr>
                  <a:endParaRPr lang="en-US" sz="4000" b="1" spc="50" dirty="0">
                    <a:ln w="0"/>
                    <a:latin typeface="Stencil" panose="040409050D0802020404" pitchFamily="82" charset="0"/>
                    <a:ea typeface="Open Sans Extrabold" panose="020B0906030804020204" pitchFamily="34" charset="0"/>
                    <a:cs typeface="Open Sans Extrabold" panose="020B0906030804020204" pitchFamily="34" charset="0"/>
                  </a:endParaRPr>
                </a:p>
                <a:p>
                  <a:pPr algn="ctr">
                    <a:defRPr/>
                  </a:pPr>
                  <a:r>
                    <a:rPr lang="en-US" sz="4000" b="1" spc="800" dirty="0">
                      <a:ln w="0"/>
                      <a:solidFill>
                        <a:schemeClr val="bg1"/>
                      </a:solidFill>
                      <a:latin typeface="Stencil" panose="040409050D0802020404" pitchFamily="82" charset="0"/>
                      <a:ea typeface="Open Sans Extrabold" panose="020B0906030804020204" pitchFamily="34" charset="0"/>
                      <a:cs typeface="Open Sans Extrabold" panose="020B0906030804020204" pitchFamily="34" charset="0"/>
                    </a:rPr>
                    <a:t>TECH</a:t>
                  </a:r>
                </a:p>
              </p:txBody>
            </p:sp>
          </p:grpSp>
        </p:grpSp>
        <p:pic>
          <p:nvPicPr>
            <p:cNvPr id="10" name="Picture 7">
              <a:extLst>
                <a:ext uri="{FF2B5EF4-FFF2-40B4-BE49-F238E27FC236}">
                  <a16:creationId xmlns:a16="http://schemas.microsoft.com/office/drawing/2014/main" id="{24EF2E6F-5EAE-446D-9B5A-002733402B2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66730" y="3176699"/>
              <a:ext cx="859287" cy="85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347484283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C296269F-BC8D-41CA-A4E4-8DA21F26E878}" type="datetimeFigureOut">
              <a:rPr lang="en-US">
                <a:solidFill>
                  <a:srgbClr val="5B9BD5">
                    <a:lumMod val="50000"/>
                  </a:srgbClr>
                </a:solidFill>
              </a:rPr>
              <a:pPr>
                <a:defRPr/>
              </a:pPr>
              <a:t>11/4/2022</a:t>
            </a:fld>
            <a:endParaRPr lang="en-US" dirty="0">
              <a:solidFill>
                <a:srgbClr val="5B9BD5">
                  <a:lumMod val="50000"/>
                </a:srgbClr>
              </a:solidFill>
            </a:endParaRPr>
          </a:p>
        </p:txBody>
      </p:sp>
      <p:sp>
        <p:nvSpPr>
          <p:cNvPr id="3" name="Footer Placeholder 4"/>
          <p:cNvSpPr>
            <a:spLocks noGrp="1"/>
          </p:cNvSpPr>
          <p:nvPr>
            <p:ph type="ftr" sz="quarter" idx="11"/>
          </p:nvPr>
        </p:nvSpPr>
        <p:spPr/>
        <p:txBody>
          <a:bodyPr/>
          <a:lstStyle>
            <a:lvl1pPr>
              <a:defRPr/>
            </a:lvl1pPr>
          </a:lstStyle>
          <a:p>
            <a:pPr>
              <a:defRPr/>
            </a:pPr>
            <a:endParaRPr lang="en-US" dirty="0">
              <a:solidFill>
                <a:srgbClr val="5B9BD5">
                  <a:lumMod val="50000"/>
                </a:srgbClr>
              </a:solidFill>
            </a:endParaRPr>
          </a:p>
        </p:txBody>
      </p:sp>
      <p:sp>
        <p:nvSpPr>
          <p:cNvPr id="4" name="Slide Number Placeholder 5"/>
          <p:cNvSpPr>
            <a:spLocks noGrp="1"/>
          </p:cNvSpPr>
          <p:nvPr>
            <p:ph type="sldNum" sz="quarter" idx="12"/>
          </p:nvPr>
        </p:nvSpPr>
        <p:spPr/>
        <p:txBody>
          <a:bodyPr/>
          <a:lstStyle>
            <a:lvl1pPr>
              <a:defRPr/>
            </a:lvl1pPr>
          </a:lstStyle>
          <a:p>
            <a:pPr>
              <a:defRPr/>
            </a:pPr>
            <a:fld id="{968175A1-AC57-429D-9D79-1031B8ADC9B3}" type="slidenum">
              <a:rPr lang="en-US">
                <a:solidFill>
                  <a:srgbClr val="5B9BD5">
                    <a:lumMod val="50000"/>
                  </a:srgbClr>
                </a:solidFill>
              </a:rPr>
              <a:pPr>
                <a:defRPr/>
              </a:pPr>
              <a:t>‹#›</a:t>
            </a:fld>
            <a:endParaRPr lang="en-US" dirty="0">
              <a:solidFill>
                <a:srgbClr val="5B9BD5">
                  <a:lumMod val="50000"/>
                </a:srgbClr>
              </a:solidFill>
            </a:endParaRPr>
          </a:p>
        </p:txBody>
      </p:sp>
      <p:grpSp>
        <p:nvGrpSpPr>
          <p:cNvPr id="6" name="Group 25">
            <a:extLst>
              <a:ext uri="{FF2B5EF4-FFF2-40B4-BE49-F238E27FC236}">
                <a16:creationId xmlns:a16="http://schemas.microsoft.com/office/drawing/2014/main" id="{A267B214-0023-41B1-B0EF-6B669A53E1F8}"/>
              </a:ext>
            </a:extLst>
          </p:cNvPr>
          <p:cNvGrpSpPr>
            <a:grpSpLocks/>
          </p:cNvGrpSpPr>
          <p:nvPr userDrawn="1"/>
        </p:nvGrpSpPr>
        <p:grpSpPr bwMode="auto">
          <a:xfrm>
            <a:off x="11347450" y="98425"/>
            <a:ext cx="770286" cy="1023144"/>
            <a:chOff x="6194854" y="512890"/>
            <a:chExt cx="4135433" cy="5345804"/>
          </a:xfrm>
        </p:grpSpPr>
        <p:grpSp>
          <p:nvGrpSpPr>
            <p:cNvPr id="8" name="Group 24">
              <a:extLst>
                <a:ext uri="{FF2B5EF4-FFF2-40B4-BE49-F238E27FC236}">
                  <a16:creationId xmlns:a16="http://schemas.microsoft.com/office/drawing/2014/main" id="{F0A524EE-F7E3-47FC-8E42-7D8792AAC039}"/>
                </a:ext>
              </a:extLst>
            </p:cNvPr>
            <p:cNvGrpSpPr>
              <a:grpSpLocks/>
            </p:cNvGrpSpPr>
            <p:nvPr/>
          </p:nvGrpSpPr>
          <p:grpSpPr bwMode="auto">
            <a:xfrm>
              <a:off x="6194854" y="512890"/>
              <a:ext cx="4135433" cy="5345804"/>
              <a:chOff x="6194854" y="512890"/>
              <a:chExt cx="4135433" cy="5345804"/>
            </a:xfrm>
          </p:grpSpPr>
          <p:pic>
            <p:nvPicPr>
              <p:cNvPr id="10" name="Picture 23">
                <a:extLst>
                  <a:ext uri="{FF2B5EF4-FFF2-40B4-BE49-F238E27FC236}">
                    <a16:creationId xmlns:a16="http://schemas.microsoft.com/office/drawing/2014/main" id="{76F28761-4683-4AC9-8DC5-4DDC834637A5}"/>
                  </a:ext>
                </a:extLst>
              </p:cNvPr>
              <p:cNvPicPr>
                <a:picLocks noChangeAspect="1"/>
              </p:cNvPicPr>
              <p:nvPr/>
            </p:nvPicPr>
            <p:blipFill>
              <a:blip r:embed="rId2" cstate="print">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194854" y="512890"/>
                <a:ext cx="4135433" cy="534580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grpSp>
            <p:nvGrpSpPr>
              <p:cNvPr id="11" name="Group 10">
                <a:extLst>
                  <a:ext uri="{FF2B5EF4-FFF2-40B4-BE49-F238E27FC236}">
                    <a16:creationId xmlns:a16="http://schemas.microsoft.com/office/drawing/2014/main" id="{4873E131-D3A6-4216-A473-BAAEB9C572F3}"/>
                  </a:ext>
                </a:extLst>
              </p:cNvPr>
              <p:cNvGrpSpPr/>
              <p:nvPr/>
            </p:nvGrpSpPr>
            <p:grpSpPr>
              <a:xfrm>
                <a:off x="7292868" y="2311930"/>
                <a:ext cx="2607012" cy="2607012"/>
                <a:chOff x="6633842" y="2500011"/>
                <a:chExt cx="2607012" cy="2607012"/>
              </a:xfrm>
              <a:solidFill>
                <a:schemeClr val="bg1"/>
              </a:solidFill>
            </p:grpSpPr>
            <p:sp>
              <p:nvSpPr>
                <p:cNvPr id="12" name="Oval 11">
                  <a:extLst>
                    <a:ext uri="{FF2B5EF4-FFF2-40B4-BE49-F238E27FC236}">
                      <a16:creationId xmlns:a16="http://schemas.microsoft.com/office/drawing/2014/main" id="{90FAB683-2EA6-41F6-8A79-1D1C73676386}"/>
                    </a:ext>
                  </a:extLst>
                </p:cNvPr>
                <p:cNvSpPr/>
                <p:nvPr/>
              </p:nvSpPr>
              <p:spPr>
                <a:xfrm>
                  <a:off x="6633842" y="2500011"/>
                  <a:ext cx="2607012" cy="2607012"/>
                </a:xfrm>
                <a:prstGeom prst="ellipse">
                  <a:avLst/>
                </a:prstGeom>
                <a:solidFill>
                  <a:srgbClr val="2C4E8C"/>
                </a:solidFill>
                <a:ln w="3175">
                  <a:solidFill>
                    <a:schemeClr val="accent5">
                      <a:lumMod val="50000"/>
                    </a:schemeClr>
                  </a:solidFill>
                </a:ln>
                <a:effectLst>
                  <a:outerShdw blurRad="190500" dist="190500" dir="2700000" sx="97000" sy="97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3" name="Rectangle 12">
                  <a:extLst>
                    <a:ext uri="{FF2B5EF4-FFF2-40B4-BE49-F238E27FC236}">
                      <a16:creationId xmlns:a16="http://schemas.microsoft.com/office/drawing/2014/main" id="{A0DC1E27-D2F1-47FC-8101-3D5E3A610CB7}"/>
                    </a:ext>
                  </a:extLst>
                </p:cNvPr>
                <p:cNvSpPr/>
                <p:nvPr/>
              </p:nvSpPr>
              <p:spPr>
                <a:xfrm>
                  <a:off x="6981918" y="2994075"/>
                  <a:ext cx="1910860" cy="1870013"/>
                </a:xfrm>
                <a:prstGeom prst="rect">
                  <a:avLst/>
                </a:prstGeom>
                <a:noFill/>
              </p:spPr>
              <p:txBody>
                <a:bodyPr spcFirstLastPara="1" wrap="none">
                  <a:prstTxWarp prst="textButton">
                    <a:avLst>
                      <a:gd name="adj" fmla="val 10828397"/>
                    </a:avLst>
                  </a:prstTxWarp>
                  <a:spAutoFit/>
                </a:bodyPr>
                <a:lstStyle/>
                <a:p>
                  <a:pPr algn="ctr">
                    <a:defRPr/>
                  </a:pPr>
                  <a:r>
                    <a:rPr lang="en-US" sz="4000" b="1" spc="50" dirty="0">
                      <a:ln w="0"/>
                      <a:solidFill>
                        <a:schemeClr val="bg1"/>
                      </a:solidFill>
                      <a:latin typeface="Stencil" panose="040409050D0802020404" pitchFamily="82" charset="0"/>
                      <a:ea typeface="Open Sans Extrabold" panose="020B0906030804020204" pitchFamily="34" charset="0"/>
                      <a:cs typeface="Open Sans Extrabold" panose="020B0906030804020204" pitchFamily="34" charset="0"/>
                    </a:rPr>
                    <a:t>Hands-On</a:t>
                  </a:r>
                </a:p>
                <a:p>
                  <a:pPr algn="ctr">
                    <a:defRPr/>
                  </a:pPr>
                  <a:endParaRPr lang="en-US" sz="4000" b="1" spc="50" dirty="0">
                    <a:ln w="0"/>
                    <a:latin typeface="Stencil" panose="040409050D0802020404" pitchFamily="82" charset="0"/>
                    <a:ea typeface="Open Sans Extrabold" panose="020B0906030804020204" pitchFamily="34" charset="0"/>
                    <a:cs typeface="Open Sans Extrabold" panose="020B0906030804020204" pitchFamily="34" charset="0"/>
                  </a:endParaRPr>
                </a:p>
                <a:p>
                  <a:pPr algn="ctr">
                    <a:defRPr/>
                  </a:pPr>
                  <a:r>
                    <a:rPr lang="en-US" sz="4000" b="1" spc="800" dirty="0">
                      <a:ln w="0"/>
                      <a:solidFill>
                        <a:schemeClr val="bg1"/>
                      </a:solidFill>
                      <a:latin typeface="Stencil" panose="040409050D0802020404" pitchFamily="82" charset="0"/>
                      <a:ea typeface="Open Sans Extrabold" panose="020B0906030804020204" pitchFamily="34" charset="0"/>
                      <a:cs typeface="Open Sans Extrabold" panose="020B0906030804020204" pitchFamily="34" charset="0"/>
                    </a:rPr>
                    <a:t>TECH</a:t>
                  </a:r>
                </a:p>
              </p:txBody>
            </p:sp>
          </p:grpSp>
        </p:grpSp>
        <p:pic>
          <p:nvPicPr>
            <p:cNvPr id="9" name="Picture 7">
              <a:extLst>
                <a:ext uri="{FF2B5EF4-FFF2-40B4-BE49-F238E27FC236}">
                  <a16:creationId xmlns:a16="http://schemas.microsoft.com/office/drawing/2014/main" id="{9216CC82-8C8A-484E-BF90-2EDEBA9E6D6E}"/>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66730" y="3176699"/>
              <a:ext cx="859287" cy="85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343656240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_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5963783"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54241D45-A8C7-4A05-BAAA-DF9F0A97EA72}" type="datetimeFigureOut">
              <a:rPr lang="en-US">
                <a:solidFill>
                  <a:srgbClr val="5B9BD5">
                    <a:lumMod val="50000"/>
                  </a:srgbClr>
                </a:solidFill>
              </a:rPr>
              <a:pPr>
                <a:defRPr/>
              </a:pPr>
              <a:t>11/4/2022</a:t>
            </a:fld>
            <a:endParaRPr lang="en-US" dirty="0">
              <a:solidFill>
                <a:srgbClr val="5B9BD5">
                  <a:lumMod val="50000"/>
                </a:srgb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dirty="0">
              <a:solidFill>
                <a:srgbClr val="5B9BD5">
                  <a:lumMod val="50000"/>
                </a:srgbClr>
              </a:solidFill>
            </a:endParaRPr>
          </a:p>
        </p:txBody>
      </p:sp>
      <p:sp>
        <p:nvSpPr>
          <p:cNvPr id="7" name="Slide Number Placeholder 5"/>
          <p:cNvSpPr>
            <a:spLocks noGrp="1"/>
          </p:cNvSpPr>
          <p:nvPr>
            <p:ph type="sldNum" sz="quarter" idx="12"/>
          </p:nvPr>
        </p:nvSpPr>
        <p:spPr/>
        <p:txBody>
          <a:bodyPr/>
          <a:lstStyle>
            <a:lvl1pPr>
              <a:defRPr/>
            </a:lvl1pPr>
          </a:lstStyle>
          <a:p>
            <a:pPr>
              <a:defRPr/>
            </a:pPr>
            <a:fld id="{D4AD5A9A-7B0F-478E-B704-15341D8B6146}" type="slidenum">
              <a:rPr lang="en-US">
                <a:solidFill>
                  <a:srgbClr val="5B9BD5">
                    <a:lumMod val="50000"/>
                  </a:srgbClr>
                </a:solidFill>
              </a:rPr>
              <a:pPr>
                <a:defRPr/>
              </a:pPr>
              <a:t>‹#›</a:t>
            </a:fld>
            <a:endParaRPr lang="en-US" dirty="0">
              <a:solidFill>
                <a:srgbClr val="5B9BD5">
                  <a:lumMod val="50000"/>
                </a:srgbClr>
              </a:solidFill>
            </a:endParaRPr>
          </a:p>
        </p:txBody>
      </p:sp>
      <p:grpSp>
        <p:nvGrpSpPr>
          <p:cNvPr id="10" name="Group 25">
            <a:extLst>
              <a:ext uri="{FF2B5EF4-FFF2-40B4-BE49-F238E27FC236}">
                <a16:creationId xmlns:a16="http://schemas.microsoft.com/office/drawing/2014/main" id="{66CED72B-93B5-48B1-A68B-C21593C3F031}"/>
              </a:ext>
            </a:extLst>
          </p:cNvPr>
          <p:cNvGrpSpPr>
            <a:grpSpLocks/>
          </p:cNvGrpSpPr>
          <p:nvPr userDrawn="1"/>
        </p:nvGrpSpPr>
        <p:grpSpPr bwMode="auto">
          <a:xfrm>
            <a:off x="11347450" y="98425"/>
            <a:ext cx="770286" cy="1023144"/>
            <a:chOff x="6194854" y="512890"/>
            <a:chExt cx="4135433" cy="5345804"/>
          </a:xfrm>
        </p:grpSpPr>
        <p:grpSp>
          <p:nvGrpSpPr>
            <p:cNvPr id="11" name="Group 24">
              <a:extLst>
                <a:ext uri="{FF2B5EF4-FFF2-40B4-BE49-F238E27FC236}">
                  <a16:creationId xmlns:a16="http://schemas.microsoft.com/office/drawing/2014/main" id="{3AE645DD-F13B-40CC-97CB-AA798D32A8B2}"/>
                </a:ext>
              </a:extLst>
            </p:cNvPr>
            <p:cNvGrpSpPr>
              <a:grpSpLocks/>
            </p:cNvGrpSpPr>
            <p:nvPr/>
          </p:nvGrpSpPr>
          <p:grpSpPr bwMode="auto">
            <a:xfrm>
              <a:off x="6194854" y="512890"/>
              <a:ext cx="4135433" cy="5345804"/>
              <a:chOff x="6194854" y="512890"/>
              <a:chExt cx="4135433" cy="5345804"/>
            </a:xfrm>
          </p:grpSpPr>
          <p:pic>
            <p:nvPicPr>
              <p:cNvPr id="13" name="Picture 23">
                <a:extLst>
                  <a:ext uri="{FF2B5EF4-FFF2-40B4-BE49-F238E27FC236}">
                    <a16:creationId xmlns:a16="http://schemas.microsoft.com/office/drawing/2014/main" id="{447106D4-BD4F-468A-9C2B-73EE905A0F5A}"/>
                  </a:ext>
                </a:extLst>
              </p:cNvPr>
              <p:cNvPicPr>
                <a:picLocks noChangeAspect="1"/>
              </p:cNvPicPr>
              <p:nvPr/>
            </p:nvPicPr>
            <p:blipFill>
              <a:blip r:embed="rId2" cstate="print">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194854" y="512890"/>
                <a:ext cx="4135433" cy="534580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grpSp>
            <p:nvGrpSpPr>
              <p:cNvPr id="14" name="Group 13">
                <a:extLst>
                  <a:ext uri="{FF2B5EF4-FFF2-40B4-BE49-F238E27FC236}">
                    <a16:creationId xmlns:a16="http://schemas.microsoft.com/office/drawing/2014/main" id="{182A9BFF-9040-4A43-891E-92CB6D7CC7DE}"/>
                  </a:ext>
                </a:extLst>
              </p:cNvPr>
              <p:cNvGrpSpPr/>
              <p:nvPr/>
            </p:nvGrpSpPr>
            <p:grpSpPr>
              <a:xfrm>
                <a:off x="7292868" y="2311930"/>
                <a:ext cx="2607012" cy="2607012"/>
                <a:chOff x="6633842" y="2500011"/>
                <a:chExt cx="2607012" cy="2607012"/>
              </a:xfrm>
              <a:solidFill>
                <a:schemeClr val="bg1"/>
              </a:solidFill>
            </p:grpSpPr>
            <p:sp>
              <p:nvSpPr>
                <p:cNvPr id="15" name="Oval 14">
                  <a:extLst>
                    <a:ext uri="{FF2B5EF4-FFF2-40B4-BE49-F238E27FC236}">
                      <a16:creationId xmlns:a16="http://schemas.microsoft.com/office/drawing/2014/main" id="{797A85A2-AF97-4565-BBF5-BE8C8B17FA9B}"/>
                    </a:ext>
                  </a:extLst>
                </p:cNvPr>
                <p:cNvSpPr/>
                <p:nvPr/>
              </p:nvSpPr>
              <p:spPr>
                <a:xfrm>
                  <a:off x="6633842" y="2500011"/>
                  <a:ext cx="2607012" cy="2607012"/>
                </a:xfrm>
                <a:prstGeom prst="ellipse">
                  <a:avLst/>
                </a:prstGeom>
                <a:solidFill>
                  <a:srgbClr val="2C4E8C"/>
                </a:solidFill>
                <a:ln w="3175">
                  <a:solidFill>
                    <a:schemeClr val="accent5">
                      <a:lumMod val="50000"/>
                    </a:schemeClr>
                  </a:solidFill>
                </a:ln>
                <a:effectLst>
                  <a:outerShdw blurRad="190500" dist="190500" dir="2700000" sx="97000" sy="97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6" name="Rectangle 15">
                  <a:extLst>
                    <a:ext uri="{FF2B5EF4-FFF2-40B4-BE49-F238E27FC236}">
                      <a16:creationId xmlns:a16="http://schemas.microsoft.com/office/drawing/2014/main" id="{901EC94E-FBBE-48CB-92BB-E5C87283EE21}"/>
                    </a:ext>
                  </a:extLst>
                </p:cNvPr>
                <p:cNvSpPr/>
                <p:nvPr/>
              </p:nvSpPr>
              <p:spPr>
                <a:xfrm>
                  <a:off x="6981918" y="2994075"/>
                  <a:ext cx="1910860" cy="1870013"/>
                </a:xfrm>
                <a:prstGeom prst="rect">
                  <a:avLst/>
                </a:prstGeom>
                <a:noFill/>
              </p:spPr>
              <p:txBody>
                <a:bodyPr spcFirstLastPara="1" wrap="none">
                  <a:prstTxWarp prst="textButton">
                    <a:avLst>
                      <a:gd name="adj" fmla="val 10828397"/>
                    </a:avLst>
                  </a:prstTxWarp>
                  <a:spAutoFit/>
                </a:bodyPr>
                <a:lstStyle/>
                <a:p>
                  <a:pPr algn="ctr">
                    <a:defRPr/>
                  </a:pPr>
                  <a:r>
                    <a:rPr lang="en-US" sz="4000" b="1" spc="50" dirty="0">
                      <a:ln w="0"/>
                      <a:solidFill>
                        <a:schemeClr val="bg1"/>
                      </a:solidFill>
                      <a:latin typeface="Stencil" panose="040409050D0802020404" pitchFamily="82" charset="0"/>
                      <a:ea typeface="Open Sans Extrabold" panose="020B0906030804020204" pitchFamily="34" charset="0"/>
                      <a:cs typeface="Open Sans Extrabold" panose="020B0906030804020204" pitchFamily="34" charset="0"/>
                    </a:rPr>
                    <a:t>Hands-On</a:t>
                  </a:r>
                </a:p>
                <a:p>
                  <a:pPr algn="ctr">
                    <a:defRPr/>
                  </a:pPr>
                  <a:endParaRPr lang="en-US" sz="4000" b="1" spc="50" dirty="0">
                    <a:ln w="0"/>
                    <a:latin typeface="Stencil" panose="040409050D0802020404" pitchFamily="82" charset="0"/>
                    <a:ea typeface="Open Sans Extrabold" panose="020B0906030804020204" pitchFamily="34" charset="0"/>
                    <a:cs typeface="Open Sans Extrabold" panose="020B0906030804020204" pitchFamily="34" charset="0"/>
                  </a:endParaRPr>
                </a:p>
                <a:p>
                  <a:pPr algn="ctr">
                    <a:defRPr/>
                  </a:pPr>
                  <a:r>
                    <a:rPr lang="en-US" sz="4000" b="1" spc="800" dirty="0">
                      <a:ln w="0"/>
                      <a:solidFill>
                        <a:schemeClr val="bg1"/>
                      </a:solidFill>
                      <a:latin typeface="Stencil" panose="040409050D0802020404" pitchFamily="82" charset="0"/>
                      <a:ea typeface="Open Sans Extrabold" panose="020B0906030804020204" pitchFamily="34" charset="0"/>
                      <a:cs typeface="Open Sans Extrabold" panose="020B0906030804020204" pitchFamily="34" charset="0"/>
                    </a:rPr>
                    <a:t>TECH</a:t>
                  </a:r>
                </a:p>
              </p:txBody>
            </p:sp>
          </p:grpSp>
        </p:grpSp>
        <p:pic>
          <p:nvPicPr>
            <p:cNvPr id="12" name="Picture 7">
              <a:extLst>
                <a:ext uri="{FF2B5EF4-FFF2-40B4-BE49-F238E27FC236}">
                  <a16:creationId xmlns:a16="http://schemas.microsoft.com/office/drawing/2014/main" id="{12C84077-D1E8-44C3-8A84-E4E755A43FC0}"/>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66730" y="3176699"/>
              <a:ext cx="859287" cy="85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222793628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2_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Picture Placeholder 2"/>
          <p:cNvSpPr>
            <a:spLocks noGrp="1"/>
          </p:cNvSpPr>
          <p:nvPr>
            <p:ph type="pic" idx="13"/>
          </p:nvPr>
        </p:nvSpPr>
        <p:spPr>
          <a:xfrm>
            <a:off x="5181600" y="995363"/>
            <a:ext cx="6026331" cy="4873625"/>
          </a:xfrm>
        </p:spPr>
        <p:txBody>
          <a:bodyPr rtlCol="0">
            <a:normAutofit/>
          </a:bodyPr>
          <a:lstStyle>
            <a:lvl1pPr marL="0" indent="0">
              <a:buNone/>
              <a:defRPr sz="3200">
                <a:solidFill>
                  <a:schemeClr val="bg1"/>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p>
        </p:txBody>
      </p:sp>
      <p:sp>
        <p:nvSpPr>
          <p:cNvPr id="5" name="Date Placeholder 3"/>
          <p:cNvSpPr>
            <a:spLocks noGrp="1"/>
          </p:cNvSpPr>
          <p:nvPr>
            <p:ph type="dt" sz="half" idx="14"/>
          </p:nvPr>
        </p:nvSpPr>
        <p:spPr/>
        <p:txBody>
          <a:bodyPr/>
          <a:lstStyle>
            <a:lvl1pPr>
              <a:defRPr/>
            </a:lvl1pPr>
          </a:lstStyle>
          <a:p>
            <a:pPr>
              <a:defRPr/>
            </a:pPr>
            <a:fld id="{A2D26E81-827F-476C-A8E3-741BAC65FD5F}" type="datetimeFigureOut">
              <a:rPr lang="en-US">
                <a:solidFill>
                  <a:srgbClr val="5B9BD5">
                    <a:lumMod val="50000"/>
                  </a:srgbClr>
                </a:solidFill>
              </a:rPr>
              <a:pPr>
                <a:defRPr/>
              </a:pPr>
              <a:t>11/4/2022</a:t>
            </a:fld>
            <a:endParaRPr lang="en-US" dirty="0">
              <a:solidFill>
                <a:srgbClr val="5B9BD5">
                  <a:lumMod val="50000"/>
                </a:srgbClr>
              </a:solidFill>
            </a:endParaRPr>
          </a:p>
        </p:txBody>
      </p:sp>
      <p:sp>
        <p:nvSpPr>
          <p:cNvPr id="6" name="Footer Placeholder 4"/>
          <p:cNvSpPr>
            <a:spLocks noGrp="1"/>
          </p:cNvSpPr>
          <p:nvPr>
            <p:ph type="ftr" sz="quarter" idx="15"/>
          </p:nvPr>
        </p:nvSpPr>
        <p:spPr/>
        <p:txBody>
          <a:bodyPr/>
          <a:lstStyle>
            <a:lvl1pPr>
              <a:defRPr/>
            </a:lvl1pPr>
          </a:lstStyle>
          <a:p>
            <a:pPr>
              <a:defRPr/>
            </a:pPr>
            <a:endParaRPr lang="en-US" dirty="0">
              <a:solidFill>
                <a:srgbClr val="5B9BD5">
                  <a:lumMod val="50000"/>
                </a:srgbClr>
              </a:solidFill>
            </a:endParaRPr>
          </a:p>
        </p:txBody>
      </p:sp>
      <p:sp>
        <p:nvSpPr>
          <p:cNvPr id="7" name="Slide Number Placeholder 5"/>
          <p:cNvSpPr>
            <a:spLocks noGrp="1"/>
          </p:cNvSpPr>
          <p:nvPr>
            <p:ph type="sldNum" sz="quarter" idx="16"/>
          </p:nvPr>
        </p:nvSpPr>
        <p:spPr/>
        <p:txBody>
          <a:bodyPr/>
          <a:lstStyle>
            <a:lvl1pPr>
              <a:defRPr/>
            </a:lvl1pPr>
          </a:lstStyle>
          <a:p>
            <a:pPr>
              <a:defRPr/>
            </a:pPr>
            <a:fld id="{D0A2E8D3-17C7-438E-AB82-AF0A2AD838BE}" type="slidenum">
              <a:rPr lang="en-US">
                <a:solidFill>
                  <a:srgbClr val="5B9BD5">
                    <a:lumMod val="50000"/>
                  </a:srgbClr>
                </a:solidFill>
              </a:rPr>
              <a:pPr>
                <a:defRPr/>
              </a:pPr>
              <a:t>‹#›</a:t>
            </a:fld>
            <a:endParaRPr lang="en-US" dirty="0">
              <a:solidFill>
                <a:srgbClr val="5B9BD5">
                  <a:lumMod val="50000"/>
                </a:srgbClr>
              </a:solidFill>
            </a:endParaRPr>
          </a:p>
        </p:txBody>
      </p:sp>
      <p:grpSp>
        <p:nvGrpSpPr>
          <p:cNvPr id="9" name="Group 25">
            <a:extLst>
              <a:ext uri="{FF2B5EF4-FFF2-40B4-BE49-F238E27FC236}">
                <a16:creationId xmlns:a16="http://schemas.microsoft.com/office/drawing/2014/main" id="{EE69ACAB-3D9D-4860-A9D4-B58D053EF31D}"/>
              </a:ext>
            </a:extLst>
          </p:cNvPr>
          <p:cNvGrpSpPr>
            <a:grpSpLocks/>
          </p:cNvGrpSpPr>
          <p:nvPr userDrawn="1"/>
        </p:nvGrpSpPr>
        <p:grpSpPr bwMode="auto">
          <a:xfrm>
            <a:off x="11347450" y="98425"/>
            <a:ext cx="770286" cy="1023144"/>
            <a:chOff x="6194854" y="512890"/>
            <a:chExt cx="4135433" cy="5345804"/>
          </a:xfrm>
        </p:grpSpPr>
        <p:grpSp>
          <p:nvGrpSpPr>
            <p:cNvPr id="11" name="Group 24">
              <a:extLst>
                <a:ext uri="{FF2B5EF4-FFF2-40B4-BE49-F238E27FC236}">
                  <a16:creationId xmlns:a16="http://schemas.microsoft.com/office/drawing/2014/main" id="{62F23228-F3B2-44E5-9F4F-7270E4BB1324}"/>
                </a:ext>
              </a:extLst>
            </p:cNvPr>
            <p:cNvGrpSpPr>
              <a:grpSpLocks/>
            </p:cNvGrpSpPr>
            <p:nvPr/>
          </p:nvGrpSpPr>
          <p:grpSpPr bwMode="auto">
            <a:xfrm>
              <a:off x="6194854" y="512890"/>
              <a:ext cx="4135433" cy="5345804"/>
              <a:chOff x="6194854" y="512890"/>
              <a:chExt cx="4135433" cy="5345804"/>
            </a:xfrm>
          </p:grpSpPr>
          <p:pic>
            <p:nvPicPr>
              <p:cNvPr id="13" name="Picture 23">
                <a:extLst>
                  <a:ext uri="{FF2B5EF4-FFF2-40B4-BE49-F238E27FC236}">
                    <a16:creationId xmlns:a16="http://schemas.microsoft.com/office/drawing/2014/main" id="{5628F461-C60B-4292-8765-4E1A8B421489}"/>
                  </a:ext>
                </a:extLst>
              </p:cNvPr>
              <p:cNvPicPr>
                <a:picLocks noChangeAspect="1"/>
              </p:cNvPicPr>
              <p:nvPr/>
            </p:nvPicPr>
            <p:blipFill>
              <a:blip r:embed="rId2" cstate="print">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194854" y="512890"/>
                <a:ext cx="4135433" cy="534580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grpSp>
            <p:nvGrpSpPr>
              <p:cNvPr id="14" name="Group 13">
                <a:extLst>
                  <a:ext uri="{FF2B5EF4-FFF2-40B4-BE49-F238E27FC236}">
                    <a16:creationId xmlns:a16="http://schemas.microsoft.com/office/drawing/2014/main" id="{E9FF3004-E3B7-406B-BE90-5265D0F248B5}"/>
                  </a:ext>
                </a:extLst>
              </p:cNvPr>
              <p:cNvGrpSpPr/>
              <p:nvPr/>
            </p:nvGrpSpPr>
            <p:grpSpPr>
              <a:xfrm>
                <a:off x="7292868" y="2311930"/>
                <a:ext cx="2607012" cy="2607012"/>
                <a:chOff x="6633842" y="2500011"/>
                <a:chExt cx="2607012" cy="2607012"/>
              </a:xfrm>
              <a:solidFill>
                <a:schemeClr val="bg1"/>
              </a:solidFill>
            </p:grpSpPr>
            <p:sp>
              <p:nvSpPr>
                <p:cNvPr id="15" name="Oval 14">
                  <a:extLst>
                    <a:ext uri="{FF2B5EF4-FFF2-40B4-BE49-F238E27FC236}">
                      <a16:creationId xmlns:a16="http://schemas.microsoft.com/office/drawing/2014/main" id="{2B9D780C-8D68-4E96-93E8-52A71586E44D}"/>
                    </a:ext>
                  </a:extLst>
                </p:cNvPr>
                <p:cNvSpPr/>
                <p:nvPr/>
              </p:nvSpPr>
              <p:spPr>
                <a:xfrm>
                  <a:off x="6633842" y="2500011"/>
                  <a:ext cx="2607012" cy="2607012"/>
                </a:xfrm>
                <a:prstGeom prst="ellipse">
                  <a:avLst/>
                </a:prstGeom>
                <a:solidFill>
                  <a:srgbClr val="2C4E8C"/>
                </a:solidFill>
                <a:ln w="3175">
                  <a:solidFill>
                    <a:schemeClr val="accent5">
                      <a:lumMod val="50000"/>
                    </a:schemeClr>
                  </a:solidFill>
                </a:ln>
                <a:effectLst>
                  <a:outerShdw blurRad="190500" dist="190500" dir="2700000" sx="97000" sy="97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6" name="Rectangle 15">
                  <a:extLst>
                    <a:ext uri="{FF2B5EF4-FFF2-40B4-BE49-F238E27FC236}">
                      <a16:creationId xmlns:a16="http://schemas.microsoft.com/office/drawing/2014/main" id="{D204D517-FEE2-4E73-AA04-FD06616E6E2D}"/>
                    </a:ext>
                  </a:extLst>
                </p:cNvPr>
                <p:cNvSpPr/>
                <p:nvPr/>
              </p:nvSpPr>
              <p:spPr>
                <a:xfrm>
                  <a:off x="6981918" y="2994075"/>
                  <a:ext cx="1910860" cy="1870013"/>
                </a:xfrm>
                <a:prstGeom prst="rect">
                  <a:avLst/>
                </a:prstGeom>
                <a:noFill/>
              </p:spPr>
              <p:txBody>
                <a:bodyPr spcFirstLastPara="1" wrap="none">
                  <a:prstTxWarp prst="textButton">
                    <a:avLst>
                      <a:gd name="adj" fmla="val 10828397"/>
                    </a:avLst>
                  </a:prstTxWarp>
                  <a:spAutoFit/>
                </a:bodyPr>
                <a:lstStyle/>
                <a:p>
                  <a:pPr algn="ctr">
                    <a:defRPr/>
                  </a:pPr>
                  <a:r>
                    <a:rPr lang="en-US" sz="4000" b="1" spc="50" dirty="0">
                      <a:ln w="0"/>
                      <a:solidFill>
                        <a:schemeClr val="bg1"/>
                      </a:solidFill>
                      <a:latin typeface="Stencil" panose="040409050D0802020404" pitchFamily="82" charset="0"/>
                      <a:ea typeface="Open Sans Extrabold" panose="020B0906030804020204" pitchFamily="34" charset="0"/>
                      <a:cs typeface="Open Sans Extrabold" panose="020B0906030804020204" pitchFamily="34" charset="0"/>
                    </a:rPr>
                    <a:t>Hands-On</a:t>
                  </a:r>
                </a:p>
                <a:p>
                  <a:pPr algn="ctr">
                    <a:defRPr/>
                  </a:pPr>
                  <a:endParaRPr lang="en-US" sz="4000" b="1" spc="50" dirty="0">
                    <a:ln w="0"/>
                    <a:latin typeface="Stencil" panose="040409050D0802020404" pitchFamily="82" charset="0"/>
                    <a:ea typeface="Open Sans Extrabold" panose="020B0906030804020204" pitchFamily="34" charset="0"/>
                    <a:cs typeface="Open Sans Extrabold" panose="020B0906030804020204" pitchFamily="34" charset="0"/>
                  </a:endParaRPr>
                </a:p>
                <a:p>
                  <a:pPr algn="ctr">
                    <a:defRPr/>
                  </a:pPr>
                  <a:r>
                    <a:rPr lang="en-US" sz="4000" b="1" spc="800" dirty="0">
                      <a:ln w="0"/>
                      <a:solidFill>
                        <a:schemeClr val="bg1"/>
                      </a:solidFill>
                      <a:latin typeface="Stencil" panose="040409050D0802020404" pitchFamily="82" charset="0"/>
                      <a:ea typeface="Open Sans Extrabold" panose="020B0906030804020204" pitchFamily="34" charset="0"/>
                      <a:cs typeface="Open Sans Extrabold" panose="020B0906030804020204" pitchFamily="34" charset="0"/>
                    </a:rPr>
                    <a:t>TECH</a:t>
                  </a:r>
                </a:p>
              </p:txBody>
            </p:sp>
          </p:grpSp>
        </p:grpSp>
        <p:pic>
          <p:nvPicPr>
            <p:cNvPr id="12" name="Picture 7">
              <a:extLst>
                <a:ext uri="{FF2B5EF4-FFF2-40B4-BE49-F238E27FC236}">
                  <a16:creationId xmlns:a16="http://schemas.microsoft.com/office/drawing/2014/main" id="{A3756BC5-A4E2-44BB-A4C5-353745C51628}"/>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66730" y="3176699"/>
              <a:ext cx="859287" cy="85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266821345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 Id="rId12" Type="http://schemas.openxmlformats.org/officeDocument/2006/relationships/image" Target="../media/image1.jpeg"/><Relationship Id="rId13"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 Id="rId9" Type="http://schemas.openxmlformats.org/officeDocument/2006/relationships/slideLayout" Target="../slideLayouts/slideLayout19.xml"/><Relationship Id="rId10" Type="http://schemas.openxmlformats.org/officeDocument/2006/relationships/slideLayout" Target="../slideLayouts/slideLayout20.xml"/><Relationship Id="rId11" Type="http://schemas.openxmlformats.org/officeDocument/2006/relationships/slideLayout" Target="../slideLayouts/slideLayout21.xml"/><Relationship Id="rId12" Type="http://schemas.openxmlformats.org/officeDocument/2006/relationships/slideLayout" Target="../slideLayouts/slideLayout22.xml"/><Relationship Id="rId13" Type="http://schemas.openxmlformats.org/officeDocument/2006/relationships/slideLayout" Target="../slideLayouts/slideLayout23.xml"/><Relationship Id="rId14" Type="http://schemas.openxmlformats.org/officeDocument/2006/relationships/slideLayout" Target="../slideLayouts/slideLayout24.xml"/><Relationship Id="rId15" Type="http://schemas.openxmlformats.org/officeDocument/2006/relationships/theme" Target="../theme/theme2.xml"/><Relationship Id="rId16" Type="http://schemas.openxmlformats.org/officeDocument/2006/relationships/image" Target="../media/image1.jpeg"/><Relationship Id="rId17"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slideLayout" Target="../slideLayouts/slideLayout26.xml"/><Relationship Id="rId3" Type="http://schemas.openxmlformats.org/officeDocument/2006/relationships/slideLayout" Target="../slideLayouts/slideLayout27.xml"/><Relationship Id="rId4" Type="http://schemas.openxmlformats.org/officeDocument/2006/relationships/slideLayout" Target="../slideLayouts/slideLayout28.xml"/><Relationship Id="rId5" Type="http://schemas.openxmlformats.org/officeDocument/2006/relationships/slideLayout" Target="../slideLayouts/slideLayout29.xml"/><Relationship Id="rId6" Type="http://schemas.openxmlformats.org/officeDocument/2006/relationships/slideLayout" Target="../slideLayouts/slideLayout30.xml"/><Relationship Id="rId7" Type="http://schemas.openxmlformats.org/officeDocument/2006/relationships/slideLayout" Target="../slideLayouts/slideLayout31.xml"/><Relationship Id="rId8" Type="http://schemas.openxmlformats.org/officeDocument/2006/relationships/slideLayout" Target="../slideLayouts/slideLayout32.xml"/><Relationship Id="rId9" Type="http://schemas.openxmlformats.org/officeDocument/2006/relationships/slideLayout" Target="../slideLayouts/slideLayout33.xml"/><Relationship Id="rId10" Type="http://schemas.openxmlformats.org/officeDocument/2006/relationships/slideLayout" Target="../slideLayouts/slideLayout34.xml"/><Relationship Id="rId11" Type="http://schemas.openxmlformats.org/officeDocument/2006/relationships/slideLayout" Target="../slideLayouts/slideLayout35.xml"/><Relationship Id="rId12" Type="http://schemas.openxmlformats.org/officeDocument/2006/relationships/slideLayout" Target="../slideLayouts/slideLayout36.xml"/><Relationship Id="rId13" Type="http://schemas.openxmlformats.org/officeDocument/2006/relationships/slideLayout" Target="../slideLayouts/slideLayout37.xml"/><Relationship Id="rId14" Type="http://schemas.openxmlformats.org/officeDocument/2006/relationships/slideLayout" Target="../slideLayouts/slideLayout38.xml"/><Relationship Id="rId15" Type="http://schemas.openxmlformats.org/officeDocument/2006/relationships/slideLayout" Target="../slideLayouts/slideLayout39.xml"/><Relationship Id="rId16" Type="http://schemas.openxmlformats.org/officeDocument/2006/relationships/theme" Target="../theme/theme3.xml"/><Relationship Id="rId17" Type="http://schemas.openxmlformats.org/officeDocument/2006/relationships/image" Target="../media/image1.jpeg"/><Relationship Id="rId18" Type="http://schemas.openxmlformats.org/officeDocument/2006/relationships/image" Target="../media/image2.png"/></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slideLayout" Target="../slideLayouts/slideLayout41.xml"/><Relationship Id="rId3" Type="http://schemas.openxmlformats.org/officeDocument/2006/relationships/slideLayout" Target="../slideLayouts/slideLayout42.xml"/><Relationship Id="rId4" Type="http://schemas.openxmlformats.org/officeDocument/2006/relationships/slideLayout" Target="../slideLayouts/slideLayout43.xml"/><Relationship Id="rId5" Type="http://schemas.openxmlformats.org/officeDocument/2006/relationships/slideLayout" Target="../slideLayouts/slideLayout44.xml"/><Relationship Id="rId6" Type="http://schemas.openxmlformats.org/officeDocument/2006/relationships/slideLayout" Target="../slideLayouts/slideLayout45.xml"/><Relationship Id="rId7" Type="http://schemas.openxmlformats.org/officeDocument/2006/relationships/slideLayout" Target="../slideLayouts/slideLayout46.xml"/><Relationship Id="rId8" Type="http://schemas.openxmlformats.org/officeDocument/2006/relationships/slideLayout" Target="../slideLayouts/slideLayout47.xml"/><Relationship Id="rId9" Type="http://schemas.openxmlformats.org/officeDocument/2006/relationships/slideLayout" Target="../slideLayouts/slideLayout48.xml"/><Relationship Id="rId10" Type="http://schemas.openxmlformats.org/officeDocument/2006/relationships/slideLayout" Target="../slideLayouts/slideLayout49.xml"/><Relationship Id="rId11" Type="http://schemas.openxmlformats.org/officeDocument/2006/relationships/slideLayout" Target="../slideLayouts/slideLayout50.xml"/><Relationship Id="rId12" Type="http://schemas.openxmlformats.org/officeDocument/2006/relationships/slideLayout" Target="../slideLayouts/slideLayout51.xml"/><Relationship Id="rId13" Type="http://schemas.openxmlformats.org/officeDocument/2006/relationships/slideLayout" Target="../slideLayouts/slideLayout52.xml"/><Relationship Id="rId14" Type="http://schemas.openxmlformats.org/officeDocument/2006/relationships/slideLayout" Target="../slideLayouts/slideLayout53.xml"/><Relationship Id="rId15" Type="http://schemas.openxmlformats.org/officeDocument/2006/relationships/slideLayout" Target="../slideLayouts/slideLayout54.xml"/><Relationship Id="rId16" Type="http://schemas.openxmlformats.org/officeDocument/2006/relationships/slideLayout" Target="../slideLayouts/slideLayout55.xml"/><Relationship Id="rId17" Type="http://schemas.openxmlformats.org/officeDocument/2006/relationships/slideLayout" Target="../slideLayouts/slideLayout56.xml"/><Relationship Id="rId18" Type="http://schemas.openxmlformats.org/officeDocument/2006/relationships/theme" Target="../theme/theme4.xml"/><Relationship Id="rId19" Type="http://schemas.openxmlformats.org/officeDocument/2006/relationships/image" Target="../media/image9.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2"/>
          <a:srcRect/>
          <a:stretch>
            <a:fillRect/>
          </a:stretch>
        </a:blipFill>
        <a:effectLst/>
      </p:bgPr>
    </p:bg>
    <p:spTree>
      <p:nvGrpSpPr>
        <p:cNvPr id="1" name=""/>
        <p:cNvGrpSpPr/>
        <p:nvPr/>
      </p:nvGrpSpPr>
      <p:grpSpPr>
        <a:xfrm>
          <a:off x="0" y="0"/>
          <a:ext cx="0" cy="0"/>
          <a:chOff x="0" y="0"/>
          <a:chExt cx="0" cy="0"/>
        </a:xfrm>
      </p:grpSpPr>
      <p:sp>
        <p:nvSpPr>
          <p:cNvPr id="9" name="Rectangle 8"/>
          <p:cNvSpPr/>
          <p:nvPr/>
        </p:nvSpPr>
        <p:spPr>
          <a:xfrm>
            <a:off x="1044575" y="0"/>
            <a:ext cx="11147425" cy="6858000"/>
          </a:xfrm>
          <a:prstGeom prst="rect">
            <a:avLst/>
          </a:prstGeom>
          <a:blipFill dpi="0" rotWithShape="1">
            <a:blip r:embed="rId13">
              <a:alphaModFix amt="1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1027" name="Title Placeholder 1"/>
          <p:cNvSpPr>
            <a:spLocks noGrp="1"/>
          </p:cNvSpPr>
          <p:nvPr>
            <p:ph type="title"/>
          </p:nvPr>
        </p:nvSpPr>
        <p:spPr bwMode="auto">
          <a:xfrm>
            <a:off x="273996" y="0"/>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US" altLang="en-US" dirty="0"/>
          </a:p>
        </p:txBody>
      </p:sp>
      <p:sp>
        <p:nvSpPr>
          <p:cNvPr id="1028"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bg1"/>
                </a:solidFill>
                <a:latin typeface="Arial" panose="020B0604020202020204" pitchFamily="34" charset="0"/>
                <a:cs typeface="Arial" panose="020B0604020202020204" pitchFamily="34" charset="0"/>
              </a:defRPr>
            </a:lvl1pPr>
          </a:lstStyle>
          <a:p>
            <a:fld id="{ADC7DB0A-9BDE-4650-8C5E-60371A3C100A}" type="datetimeFigureOut">
              <a:rPr lang="en-US" smtClean="0"/>
              <a:t>11/4/2022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bg1"/>
                </a:solidFill>
                <a:latin typeface="Arial" panose="020B0604020202020204" pitchFamily="34" charset="0"/>
                <a:cs typeface="Arial" panose="020B0604020202020204" pitchFamily="34" charset="0"/>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eaLnBrk="1" fontAlgn="auto" hangingPunct="1">
              <a:spcBef>
                <a:spcPts val="0"/>
              </a:spcBef>
              <a:spcAft>
                <a:spcPts val="0"/>
              </a:spcAft>
              <a:defRPr sz="1200">
                <a:solidFill>
                  <a:schemeClr val="bg1"/>
                </a:solidFill>
                <a:latin typeface="Arial" panose="020B0604020202020204" pitchFamily="34" charset="0"/>
                <a:cs typeface="Arial" panose="020B0604020202020204" pitchFamily="34" charset="0"/>
              </a:defRPr>
            </a:lvl1pPr>
          </a:lstStyle>
          <a:p>
            <a:fld id="{242B4457-79FF-4660-B984-F5C3D8FDBABC}" type="slidenum">
              <a:rPr lang="en-US" smtClean="0"/>
              <a:t>‹#›</a:t>
            </a:fld>
            <a:endParaRPr lang="en-US"/>
          </a:p>
        </p:txBody>
      </p:sp>
    </p:spTree>
    <p:extLst>
      <p:ext uri="{BB962C8B-B14F-4D97-AF65-F5344CB8AC3E}">
        <p14:creationId xmlns:p14="http://schemas.microsoft.com/office/powerpoint/2010/main" val="2030493194"/>
      </p:ext>
    </p:extLst>
  </p:cSld>
  <p:clrMap bg1="lt1" tx1="dk1" bg2="lt2" tx2="dk2" accent1="accent1" accent2="accent2" accent3="accent3" accent4="accent4" accent5="accent5" accent6="accent6" hlink="hlink" folHlink="folHlink"/>
  <p:sldLayoutIdLst>
    <p:sldLayoutId id="2147483661" r:id="rId1"/>
    <p:sldLayoutId id="2147483683" r:id="rId2"/>
    <p:sldLayoutId id="2147483662" r:id="rId3"/>
    <p:sldLayoutId id="2147483663" r:id="rId4"/>
    <p:sldLayoutId id="2147483664" r:id="rId5"/>
    <p:sldLayoutId id="2147483665" r:id="rId6"/>
    <p:sldLayoutId id="2147483668" r:id="rId7"/>
    <p:sldLayoutId id="2147483666" r:id="rId8"/>
    <p:sldLayoutId id="2147483667" r:id="rId9"/>
    <p:sldLayoutId id="2147483681" r:id="rId10"/>
  </p:sldLayoutIdLst>
  <p:txStyles>
    <p:titleStyle>
      <a:lvl1pPr algn="l" rtl="0" eaLnBrk="1" fontAlgn="base" hangingPunct="1">
        <a:lnSpc>
          <a:spcPct val="90000"/>
        </a:lnSpc>
        <a:spcBef>
          <a:spcPct val="0"/>
        </a:spcBef>
        <a:spcAft>
          <a:spcPct val="0"/>
        </a:spcAft>
        <a:defRPr sz="4400" kern="1200">
          <a:solidFill>
            <a:schemeClr val="bg1"/>
          </a:solidFill>
          <a:latin typeface="Arial" panose="020B0604020202020204" pitchFamily="34" charset="0"/>
          <a:ea typeface="+mj-ea"/>
          <a:cs typeface="Arial" panose="020B0604020202020204" pitchFamily="34" charset="0"/>
        </a:defRPr>
      </a:lvl1pPr>
      <a:lvl2pPr algn="l" rtl="0" eaLnBrk="1" fontAlgn="base" hangingPunct="1">
        <a:lnSpc>
          <a:spcPct val="90000"/>
        </a:lnSpc>
        <a:spcBef>
          <a:spcPct val="0"/>
        </a:spcBef>
        <a:spcAft>
          <a:spcPct val="0"/>
        </a:spcAft>
        <a:defRPr sz="4400">
          <a:solidFill>
            <a:schemeClr val="bg1"/>
          </a:solidFill>
          <a:latin typeface="Arial" panose="020B0604020202020204" pitchFamily="34" charset="0"/>
          <a:cs typeface="Arial" panose="020B0604020202020204" pitchFamily="34" charset="0"/>
        </a:defRPr>
      </a:lvl2pPr>
      <a:lvl3pPr algn="l" rtl="0" eaLnBrk="1" fontAlgn="base" hangingPunct="1">
        <a:lnSpc>
          <a:spcPct val="90000"/>
        </a:lnSpc>
        <a:spcBef>
          <a:spcPct val="0"/>
        </a:spcBef>
        <a:spcAft>
          <a:spcPct val="0"/>
        </a:spcAft>
        <a:defRPr sz="4400">
          <a:solidFill>
            <a:schemeClr val="bg1"/>
          </a:solidFill>
          <a:latin typeface="Arial" panose="020B0604020202020204" pitchFamily="34" charset="0"/>
          <a:cs typeface="Arial" panose="020B0604020202020204" pitchFamily="34" charset="0"/>
        </a:defRPr>
      </a:lvl3pPr>
      <a:lvl4pPr algn="l" rtl="0" eaLnBrk="1" fontAlgn="base" hangingPunct="1">
        <a:lnSpc>
          <a:spcPct val="90000"/>
        </a:lnSpc>
        <a:spcBef>
          <a:spcPct val="0"/>
        </a:spcBef>
        <a:spcAft>
          <a:spcPct val="0"/>
        </a:spcAft>
        <a:defRPr sz="4400">
          <a:solidFill>
            <a:schemeClr val="bg1"/>
          </a:solidFill>
          <a:latin typeface="Arial" panose="020B0604020202020204" pitchFamily="34" charset="0"/>
          <a:cs typeface="Arial" panose="020B0604020202020204" pitchFamily="34" charset="0"/>
        </a:defRPr>
      </a:lvl4pPr>
      <a:lvl5pPr algn="l" rtl="0" eaLnBrk="1" fontAlgn="base" hangingPunct="1">
        <a:lnSpc>
          <a:spcPct val="90000"/>
        </a:lnSpc>
        <a:spcBef>
          <a:spcPct val="0"/>
        </a:spcBef>
        <a:spcAft>
          <a:spcPct val="0"/>
        </a:spcAft>
        <a:defRPr sz="4400">
          <a:solidFill>
            <a:schemeClr val="bg1"/>
          </a:solidFill>
          <a:latin typeface="Arial" panose="020B0604020202020204" pitchFamily="34" charset="0"/>
          <a:cs typeface="Arial" panose="020B0604020202020204" pitchFamily="34" charset="0"/>
        </a:defRPr>
      </a:lvl5pPr>
      <a:lvl6pPr marL="457200" algn="l" rtl="0" eaLnBrk="1" fontAlgn="base" hangingPunct="1">
        <a:lnSpc>
          <a:spcPct val="90000"/>
        </a:lnSpc>
        <a:spcBef>
          <a:spcPct val="0"/>
        </a:spcBef>
        <a:spcAft>
          <a:spcPct val="0"/>
        </a:spcAft>
        <a:defRPr sz="4400">
          <a:solidFill>
            <a:schemeClr val="bg1"/>
          </a:solidFill>
          <a:latin typeface="Arial" panose="020B0604020202020204" pitchFamily="34" charset="0"/>
          <a:cs typeface="Arial" panose="020B0604020202020204" pitchFamily="34" charset="0"/>
        </a:defRPr>
      </a:lvl6pPr>
      <a:lvl7pPr marL="914400" algn="l" rtl="0" eaLnBrk="1" fontAlgn="base" hangingPunct="1">
        <a:lnSpc>
          <a:spcPct val="90000"/>
        </a:lnSpc>
        <a:spcBef>
          <a:spcPct val="0"/>
        </a:spcBef>
        <a:spcAft>
          <a:spcPct val="0"/>
        </a:spcAft>
        <a:defRPr sz="4400">
          <a:solidFill>
            <a:schemeClr val="bg1"/>
          </a:solidFill>
          <a:latin typeface="Arial" panose="020B0604020202020204" pitchFamily="34" charset="0"/>
          <a:cs typeface="Arial" panose="020B0604020202020204" pitchFamily="34" charset="0"/>
        </a:defRPr>
      </a:lvl7pPr>
      <a:lvl8pPr marL="1371600" algn="l" rtl="0" eaLnBrk="1" fontAlgn="base" hangingPunct="1">
        <a:lnSpc>
          <a:spcPct val="90000"/>
        </a:lnSpc>
        <a:spcBef>
          <a:spcPct val="0"/>
        </a:spcBef>
        <a:spcAft>
          <a:spcPct val="0"/>
        </a:spcAft>
        <a:defRPr sz="4400">
          <a:solidFill>
            <a:schemeClr val="bg1"/>
          </a:solidFill>
          <a:latin typeface="Arial" panose="020B0604020202020204" pitchFamily="34" charset="0"/>
          <a:cs typeface="Arial" panose="020B0604020202020204" pitchFamily="34" charset="0"/>
        </a:defRPr>
      </a:lvl8pPr>
      <a:lvl9pPr marL="1828800" algn="l" rtl="0" eaLnBrk="1" fontAlgn="base" hangingPunct="1">
        <a:lnSpc>
          <a:spcPct val="90000"/>
        </a:lnSpc>
        <a:spcBef>
          <a:spcPct val="0"/>
        </a:spcBef>
        <a:spcAft>
          <a:spcPct val="0"/>
        </a:spcAft>
        <a:defRPr sz="4400">
          <a:solidFill>
            <a:schemeClr val="bg1"/>
          </a:solidFill>
          <a:latin typeface="Arial" panose="020B0604020202020204" pitchFamily="34" charset="0"/>
          <a:cs typeface="Arial" panose="020B0604020202020204" pitchFamily="34" charset="0"/>
        </a:defRPr>
      </a:lvl9pPr>
    </p:titleStyle>
    <p:bodyStyle>
      <a:lvl1pPr marL="228600" indent="-228600" algn="l" rtl="0" eaLnBrk="1" fontAlgn="base" hangingPunct="1">
        <a:lnSpc>
          <a:spcPct val="90000"/>
        </a:lnSpc>
        <a:spcBef>
          <a:spcPts val="1000"/>
        </a:spcBef>
        <a:spcAft>
          <a:spcPct val="0"/>
        </a:spcAft>
        <a:buFont typeface="Arial" panose="020B0604020202020204" pitchFamily="34" charset="0"/>
        <a:buChar char="•"/>
        <a:defRPr sz="2800" kern="1200">
          <a:solidFill>
            <a:schemeClr val="bg1"/>
          </a:solidFill>
          <a:latin typeface="Arial" panose="020B0604020202020204" pitchFamily="34" charset="0"/>
          <a:ea typeface="+mn-ea"/>
          <a:cs typeface="Arial" panose="020B0604020202020204" pitchFamily="34" charset="0"/>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sz="2400" kern="1200">
          <a:solidFill>
            <a:schemeClr val="bg1"/>
          </a:solidFill>
          <a:latin typeface="Arial" panose="020B0604020202020204" pitchFamily="34" charset="0"/>
          <a:ea typeface="+mn-ea"/>
          <a:cs typeface="Arial" panose="020B0604020202020204" pitchFamily="34" charset="0"/>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sz="2000" kern="1200">
          <a:solidFill>
            <a:schemeClr val="bg1"/>
          </a:solidFill>
          <a:latin typeface="Arial" panose="020B0604020202020204" pitchFamily="34" charset="0"/>
          <a:ea typeface="+mn-ea"/>
          <a:cs typeface="Arial" panose="020B0604020202020204" pitchFamily="34" charset="0"/>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kern="1200">
          <a:solidFill>
            <a:schemeClr val="bg1"/>
          </a:solidFill>
          <a:latin typeface="Arial" panose="020B0604020202020204" pitchFamily="34" charset="0"/>
          <a:ea typeface="+mn-ea"/>
          <a:cs typeface="Arial" panose="020B0604020202020204" pitchFamily="34" charset="0"/>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6"/>
          <a:srcRect/>
          <a:stretch>
            <a:fillRect/>
          </a:stretch>
        </a:blipFill>
        <a:effectLst/>
      </p:bgPr>
    </p:bg>
    <p:spTree>
      <p:nvGrpSpPr>
        <p:cNvPr id="1" name=""/>
        <p:cNvGrpSpPr/>
        <p:nvPr/>
      </p:nvGrpSpPr>
      <p:grpSpPr>
        <a:xfrm>
          <a:off x="0" y="0"/>
          <a:ext cx="0" cy="0"/>
          <a:chOff x="0" y="0"/>
          <a:chExt cx="0" cy="0"/>
        </a:xfrm>
      </p:grpSpPr>
      <p:sp>
        <p:nvSpPr>
          <p:cNvPr id="9" name="Rectangle 8"/>
          <p:cNvSpPr/>
          <p:nvPr/>
        </p:nvSpPr>
        <p:spPr>
          <a:xfrm>
            <a:off x="1044575" y="0"/>
            <a:ext cx="11147425" cy="6858000"/>
          </a:xfrm>
          <a:prstGeom prst="rect">
            <a:avLst/>
          </a:prstGeom>
          <a:blipFill dpi="0" rotWithShape="1">
            <a:blip r:embed="rId17">
              <a:alphaModFix amt="1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1027" name="Title Placeholder 1"/>
          <p:cNvSpPr>
            <a:spLocks noGrp="1"/>
          </p:cNvSpPr>
          <p:nvPr>
            <p:ph type="title"/>
          </p:nvPr>
        </p:nvSpPr>
        <p:spPr bwMode="auto">
          <a:xfrm>
            <a:off x="273996" y="0"/>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US" altLang="en-US" dirty="0"/>
          </a:p>
        </p:txBody>
      </p:sp>
      <p:sp>
        <p:nvSpPr>
          <p:cNvPr id="1028"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bg1"/>
                </a:solidFill>
                <a:latin typeface="Arial" panose="020B0604020202020204" pitchFamily="34" charset="0"/>
                <a:cs typeface="Arial" panose="020B0604020202020204" pitchFamily="34" charset="0"/>
              </a:defRPr>
            </a:lvl1pPr>
          </a:lstStyle>
          <a:p>
            <a:fld id="{ADC7DB0A-9BDE-4650-8C5E-60371A3C100A}" type="datetimeFigureOut">
              <a:rPr lang="en-US" smtClean="0"/>
              <a:t>11/4/2022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bg1"/>
                </a:solidFill>
                <a:latin typeface="Arial" panose="020B0604020202020204" pitchFamily="34" charset="0"/>
                <a:cs typeface="Arial" panose="020B0604020202020204" pitchFamily="34" charset="0"/>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eaLnBrk="1" fontAlgn="auto" hangingPunct="1">
              <a:spcBef>
                <a:spcPts val="0"/>
              </a:spcBef>
              <a:spcAft>
                <a:spcPts val="0"/>
              </a:spcAft>
              <a:defRPr sz="1200">
                <a:solidFill>
                  <a:schemeClr val="bg1"/>
                </a:solidFill>
                <a:latin typeface="Arial" panose="020B0604020202020204" pitchFamily="34" charset="0"/>
                <a:cs typeface="Arial" panose="020B0604020202020204" pitchFamily="34" charset="0"/>
              </a:defRPr>
            </a:lvl1pPr>
          </a:lstStyle>
          <a:p>
            <a:fld id="{242B4457-79FF-4660-B984-F5C3D8FDBABC}" type="slidenum">
              <a:rPr lang="en-US" smtClean="0"/>
              <a:t>‹#›</a:t>
            </a:fld>
            <a:endParaRPr lang="en-US"/>
          </a:p>
        </p:txBody>
      </p:sp>
    </p:spTree>
    <p:extLst>
      <p:ext uri="{BB962C8B-B14F-4D97-AF65-F5344CB8AC3E}">
        <p14:creationId xmlns:p14="http://schemas.microsoft.com/office/powerpoint/2010/main" val="3237374067"/>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9" r:id="rId4"/>
    <p:sldLayoutId id="2147483710" r:id="rId5"/>
    <p:sldLayoutId id="2147483711" r:id="rId6"/>
    <p:sldLayoutId id="2147483712" r:id="rId7"/>
    <p:sldLayoutId id="2147483713" r:id="rId8"/>
    <p:sldLayoutId id="2147483714" r:id="rId9"/>
    <p:sldLayoutId id="2147483715" r:id="rId10"/>
    <p:sldLayoutId id="2147483716" r:id="rId11"/>
    <p:sldLayoutId id="2147483717" r:id="rId12"/>
    <p:sldLayoutId id="2147483718" r:id="rId13"/>
    <p:sldLayoutId id="2147483720" r:id="rId14"/>
  </p:sldLayoutIdLst>
  <p:txStyles>
    <p:titleStyle>
      <a:lvl1pPr algn="l" rtl="0" eaLnBrk="1" fontAlgn="base" hangingPunct="1">
        <a:lnSpc>
          <a:spcPct val="90000"/>
        </a:lnSpc>
        <a:spcBef>
          <a:spcPct val="0"/>
        </a:spcBef>
        <a:spcAft>
          <a:spcPct val="0"/>
        </a:spcAft>
        <a:defRPr sz="4400" kern="1200">
          <a:solidFill>
            <a:schemeClr val="bg1"/>
          </a:solidFill>
          <a:latin typeface="Arial" panose="020B0604020202020204" pitchFamily="34" charset="0"/>
          <a:ea typeface="+mj-ea"/>
          <a:cs typeface="Arial" panose="020B0604020202020204" pitchFamily="34" charset="0"/>
        </a:defRPr>
      </a:lvl1pPr>
      <a:lvl2pPr algn="l" rtl="0" eaLnBrk="1" fontAlgn="base" hangingPunct="1">
        <a:lnSpc>
          <a:spcPct val="90000"/>
        </a:lnSpc>
        <a:spcBef>
          <a:spcPct val="0"/>
        </a:spcBef>
        <a:spcAft>
          <a:spcPct val="0"/>
        </a:spcAft>
        <a:defRPr sz="4400">
          <a:solidFill>
            <a:schemeClr val="bg1"/>
          </a:solidFill>
          <a:latin typeface="Arial" panose="020B0604020202020204" pitchFamily="34" charset="0"/>
          <a:cs typeface="Arial" panose="020B0604020202020204" pitchFamily="34" charset="0"/>
        </a:defRPr>
      </a:lvl2pPr>
      <a:lvl3pPr algn="l" rtl="0" eaLnBrk="1" fontAlgn="base" hangingPunct="1">
        <a:lnSpc>
          <a:spcPct val="90000"/>
        </a:lnSpc>
        <a:spcBef>
          <a:spcPct val="0"/>
        </a:spcBef>
        <a:spcAft>
          <a:spcPct val="0"/>
        </a:spcAft>
        <a:defRPr sz="4400">
          <a:solidFill>
            <a:schemeClr val="bg1"/>
          </a:solidFill>
          <a:latin typeface="Arial" panose="020B0604020202020204" pitchFamily="34" charset="0"/>
          <a:cs typeface="Arial" panose="020B0604020202020204" pitchFamily="34" charset="0"/>
        </a:defRPr>
      </a:lvl3pPr>
      <a:lvl4pPr algn="l" rtl="0" eaLnBrk="1" fontAlgn="base" hangingPunct="1">
        <a:lnSpc>
          <a:spcPct val="90000"/>
        </a:lnSpc>
        <a:spcBef>
          <a:spcPct val="0"/>
        </a:spcBef>
        <a:spcAft>
          <a:spcPct val="0"/>
        </a:spcAft>
        <a:defRPr sz="4400">
          <a:solidFill>
            <a:schemeClr val="bg1"/>
          </a:solidFill>
          <a:latin typeface="Arial" panose="020B0604020202020204" pitchFamily="34" charset="0"/>
          <a:cs typeface="Arial" panose="020B0604020202020204" pitchFamily="34" charset="0"/>
        </a:defRPr>
      </a:lvl4pPr>
      <a:lvl5pPr algn="l" rtl="0" eaLnBrk="1" fontAlgn="base" hangingPunct="1">
        <a:lnSpc>
          <a:spcPct val="90000"/>
        </a:lnSpc>
        <a:spcBef>
          <a:spcPct val="0"/>
        </a:spcBef>
        <a:spcAft>
          <a:spcPct val="0"/>
        </a:spcAft>
        <a:defRPr sz="4400">
          <a:solidFill>
            <a:schemeClr val="bg1"/>
          </a:solidFill>
          <a:latin typeface="Arial" panose="020B0604020202020204" pitchFamily="34" charset="0"/>
          <a:cs typeface="Arial" panose="020B0604020202020204" pitchFamily="34" charset="0"/>
        </a:defRPr>
      </a:lvl5pPr>
      <a:lvl6pPr marL="457200" algn="l" rtl="0" eaLnBrk="1" fontAlgn="base" hangingPunct="1">
        <a:lnSpc>
          <a:spcPct val="90000"/>
        </a:lnSpc>
        <a:spcBef>
          <a:spcPct val="0"/>
        </a:spcBef>
        <a:spcAft>
          <a:spcPct val="0"/>
        </a:spcAft>
        <a:defRPr sz="4400">
          <a:solidFill>
            <a:schemeClr val="bg1"/>
          </a:solidFill>
          <a:latin typeface="Arial" panose="020B0604020202020204" pitchFamily="34" charset="0"/>
          <a:cs typeface="Arial" panose="020B0604020202020204" pitchFamily="34" charset="0"/>
        </a:defRPr>
      </a:lvl6pPr>
      <a:lvl7pPr marL="914400" algn="l" rtl="0" eaLnBrk="1" fontAlgn="base" hangingPunct="1">
        <a:lnSpc>
          <a:spcPct val="90000"/>
        </a:lnSpc>
        <a:spcBef>
          <a:spcPct val="0"/>
        </a:spcBef>
        <a:spcAft>
          <a:spcPct val="0"/>
        </a:spcAft>
        <a:defRPr sz="4400">
          <a:solidFill>
            <a:schemeClr val="bg1"/>
          </a:solidFill>
          <a:latin typeface="Arial" panose="020B0604020202020204" pitchFamily="34" charset="0"/>
          <a:cs typeface="Arial" panose="020B0604020202020204" pitchFamily="34" charset="0"/>
        </a:defRPr>
      </a:lvl7pPr>
      <a:lvl8pPr marL="1371600" algn="l" rtl="0" eaLnBrk="1" fontAlgn="base" hangingPunct="1">
        <a:lnSpc>
          <a:spcPct val="90000"/>
        </a:lnSpc>
        <a:spcBef>
          <a:spcPct val="0"/>
        </a:spcBef>
        <a:spcAft>
          <a:spcPct val="0"/>
        </a:spcAft>
        <a:defRPr sz="4400">
          <a:solidFill>
            <a:schemeClr val="bg1"/>
          </a:solidFill>
          <a:latin typeface="Arial" panose="020B0604020202020204" pitchFamily="34" charset="0"/>
          <a:cs typeface="Arial" panose="020B0604020202020204" pitchFamily="34" charset="0"/>
        </a:defRPr>
      </a:lvl8pPr>
      <a:lvl9pPr marL="1828800" algn="l" rtl="0" eaLnBrk="1" fontAlgn="base" hangingPunct="1">
        <a:lnSpc>
          <a:spcPct val="90000"/>
        </a:lnSpc>
        <a:spcBef>
          <a:spcPct val="0"/>
        </a:spcBef>
        <a:spcAft>
          <a:spcPct val="0"/>
        </a:spcAft>
        <a:defRPr sz="4400">
          <a:solidFill>
            <a:schemeClr val="bg1"/>
          </a:solidFill>
          <a:latin typeface="Arial" panose="020B0604020202020204" pitchFamily="34" charset="0"/>
          <a:cs typeface="Arial" panose="020B0604020202020204" pitchFamily="34" charset="0"/>
        </a:defRPr>
      </a:lvl9pPr>
    </p:titleStyle>
    <p:bodyStyle>
      <a:lvl1pPr marL="228600" indent="-228600" algn="l" rtl="0" eaLnBrk="1" fontAlgn="base" hangingPunct="1">
        <a:lnSpc>
          <a:spcPct val="90000"/>
        </a:lnSpc>
        <a:spcBef>
          <a:spcPts val="1000"/>
        </a:spcBef>
        <a:spcAft>
          <a:spcPct val="0"/>
        </a:spcAft>
        <a:buFont typeface="Arial" panose="020B0604020202020204" pitchFamily="34" charset="0"/>
        <a:buChar char="•"/>
        <a:defRPr sz="2800" kern="1200">
          <a:solidFill>
            <a:schemeClr val="bg1"/>
          </a:solidFill>
          <a:latin typeface="Arial" panose="020B0604020202020204" pitchFamily="34" charset="0"/>
          <a:ea typeface="+mn-ea"/>
          <a:cs typeface="Arial" panose="020B0604020202020204" pitchFamily="34" charset="0"/>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sz="2400" kern="1200">
          <a:solidFill>
            <a:schemeClr val="bg1"/>
          </a:solidFill>
          <a:latin typeface="Arial" panose="020B0604020202020204" pitchFamily="34" charset="0"/>
          <a:ea typeface="+mn-ea"/>
          <a:cs typeface="Arial" panose="020B0604020202020204" pitchFamily="34" charset="0"/>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sz="2000" kern="1200">
          <a:solidFill>
            <a:schemeClr val="bg1"/>
          </a:solidFill>
          <a:latin typeface="Arial" panose="020B0604020202020204" pitchFamily="34" charset="0"/>
          <a:ea typeface="+mn-ea"/>
          <a:cs typeface="Arial" panose="020B0604020202020204" pitchFamily="34" charset="0"/>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kern="1200">
          <a:solidFill>
            <a:schemeClr val="bg1"/>
          </a:solidFill>
          <a:latin typeface="Arial" panose="020B0604020202020204" pitchFamily="34" charset="0"/>
          <a:ea typeface="+mn-ea"/>
          <a:cs typeface="Arial" panose="020B0604020202020204" pitchFamily="34" charset="0"/>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7"/>
          <a:srcRect/>
          <a:stretch>
            <a:fillRect/>
          </a:stretch>
        </a:blipFill>
        <a:effectLst/>
      </p:bgPr>
    </p:bg>
    <p:spTree>
      <p:nvGrpSpPr>
        <p:cNvPr id="1" name=""/>
        <p:cNvGrpSpPr/>
        <p:nvPr/>
      </p:nvGrpSpPr>
      <p:grpSpPr>
        <a:xfrm>
          <a:off x="0" y="0"/>
          <a:ext cx="0" cy="0"/>
          <a:chOff x="0" y="0"/>
          <a:chExt cx="0" cy="0"/>
        </a:xfrm>
      </p:grpSpPr>
      <p:sp>
        <p:nvSpPr>
          <p:cNvPr id="9" name="Rectangle 8"/>
          <p:cNvSpPr/>
          <p:nvPr/>
        </p:nvSpPr>
        <p:spPr>
          <a:xfrm>
            <a:off x="1044575" y="0"/>
            <a:ext cx="11147425" cy="6858000"/>
          </a:xfrm>
          <a:prstGeom prst="rect">
            <a:avLst/>
          </a:prstGeom>
          <a:blipFill dpi="0" rotWithShape="1">
            <a:blip r:embed="rId18">
              <a:alphaModFix amt="1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1027" name="Title Placeholder 1"/>
          <p:cNvSpPr>
            <a:spLocks noGrp="1"/>
          </p:cNvSpPr>
          <p:nvPr>
            <p:ph type="title"/>
          </p:nvPr>
        </p:nvSpPr>
        <p:spPr bwMode="auto">
          <a:xfrm>
            <a:off x="273996" y="0"/>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US" altLang="en-US" dirty="0"/>
          </a:p>
        </p:txBody>
      </p:sp>
      <p:sp>
        <p:nvSpPr>
          <p:cNvPr id="1028"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bg1"/>
                </a:solidFill>
                <a:latin typeface="Arial" panose="020B0604020202020204" pitchFamily="34" charset="0"/>
                <a:cs typeface="Arial" panose="020B0604020202020204" pitchFamily="34" charset="0"/>
              </a:defRPr>
            </a:lvl1pPr>
          </a:lstStyle>
          <a:p>
            <a:fld id="{ADC7DB0A-9BDE-4650-8C5E-60371A3C100A}" type="datetimeFigureOut">
              <a:rPr lang="en-US" smtClean="0"/>
              <a:t>11/4/2022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bg1"/>
                </a:solidFill>
                <a:latin typeface="Arial" panose="020B0604020202020204" pitchFamily="34" charset="0"/>
                <a:cs typeface="Arial" panose="020B0604020202020204" pitchFamily="34" charset="0"/>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eaLnBrk="1" fontAlgn="auto" hangingPunct="1">
              <a:spcBef>
                <a:spcPts val="0"/>
              </a:spcBef>
              <a:spcAft>
                <a:spcPts val="0"/>
              </a:spcAft>
              <a:defRPr sz="1200">
                <a:solidFill>
                  <a:schemeClr val="bg1"/>
                </a:solidFill>
                <a:latin typeface="Arial" panose="020B0604020202020204" pitchFamily="34" charset="0"/>
                <a:cs typeface="Arial" panose="020B0604020202020204" pitchFamily="34" charset="0"/>
              </a:defRPr>
            </a:lvl1pPr>
          </a:lstStyle>
          <a:p>
            <a:fld id="{242B4457-79FF-4660-B984-F5C3D8FDBABC}" type="slidenum">
              <a:rPr lang="en-US" smtClean="0"/>
              <a:t>‹#›</a:t>
            </a:fld>
            <a:endParaRPr lang="en-US"/>
          </a:p>
        </p:txBody>
      </p:sp>
    </p:spTree>
    <p:extLst>
      <p:ext uri="{BB962C8B-B14F-4D97-AF65-F5344CB8AC3E}">
        <p14:creationId xmlns:p14="http://schemas.microsoft.com/office/powerpoint/2010/main" val="384746156"/>
      </p:ext>
    </p:extLst>
  </p:cSld>
  <p:clrMap bg1="lt1" tx1="dk1" bg2="lt2" tx2="dk2" accent1="accent1" accent2="accent2" accent3="accent3" accent4="accent4" accent5="accent5" accent6="accent6" hlink="hlink" folHlink="folHlink"/>
  <p:sldLayoutIdLst>
    <p:sldLayoutId id="2147483722" r:id="rId1"/>
    <p:sldLayoutId id="2147483723" r:id="rId2"/>
    <p:sldLayoutId id="2147483724" r:id="rId3"/>
    <p:sldLayoutId id="2147483732" r:id="rId4"/>
    <p:sldLayoutId id="2147483726" r:id="rId5"/>
    <p:sldLayoutId id="2147483727" r:id="rId6"/>
    <p:sldLayoutId id="2147483728" r:id="rId7"/>
    <p:sldLayoutId id="2147483729" r:id="rId8"/>
    <p:sldLayoutId id="2147483730" r:id="rId9"/>
    <p:sldLayoutId id="2147483731" r:id="rId10"/>
    <p:sldLayoutId id="2147483734" r:id="rId11"/>
    <p:sldLayoutId id="2147483735" r:id="rId12"/>
    <p:sldLayoutId id="2147483739" r:id="rId13"/>
    <p:sldLayoutId id="2147483740" r:id="rId14"/>
    <p:sldLayoutId id="2147483741" r:id="rId15"/>
  </p:sldLayoutIdLst>
  <p:txStyles>
    <p:titleStyle>
      <a:lvl1pPr algn="l" rtl="0" eaLnBrk="1" fontAlgn="base" hangingPunct="1">
        <a:lnSpc>
          <a:spcPct val="90000"/>
        </a:lnSpc>
        <a:spcBef>
          <a:spcPct val="0"/>
        </a:spcBef>
        <a:spcAft>
          <a:spcPct val="0"/>
        </a:spcAft>
        <a:defRPr sz="4400" kern="1200">
          <a:solidFill>
            <a:schemeClr val="bg1"/>
          </a:solidFill>
          <a:latin typeface="Arial" panose="020B0604020202020204" pitchFamily="34" charset="0"/>
          <a:ea typeface="+mj-ea"/>
          <a:cs typeface="Arial" panose="020B0604020202020204" pitchFamily="34" charset="0"/>
        </a:defRPr>
      </a:lvl1pPr>
      <a:lvl2pPr algn="l" rtl="0" eaLnBrk="1" fontAlgn="base" hangingPunct="1">
        <a:lnSpc>
          <a:spcPct val="90000"/>
        </a:lnSpc>
        <a:spcBef>
          <a:spcPct val="0"/>
        </a:spcBef>
        <a:spcAft>
          <a:spcPct val="0"/>
        </a:spcAft>
        <a:defRPr sz="4400">
          <a:solidFill>
            <a:schemeClr val="bg1"/>
          </a:solidFill>
          <a:latin typeface="Arial" panose="020B0604020202020204" pitchFamily="34" charset="0"/>
          <a:cs typeface="Arial" panose="020B0604020202020204" pitchFamily="34" charset="0"/>
        </a:defRPr>
      </a:lvl2pPr>
      <a:lvl3pPr algn="l" rtl="0" eaLnBrk="1" fontAlgn="base" hangingPunct="1">
        <a:lnSpc>
          <a:spcPct val="90000"/>
        </a:lnSpc>
        <a:spcBef>
          <a:spcPct val="0"/>
        </a:spcBef>
        <a:spcAft>
          <a:spcPct val="0"/>
        </a:spcAft>
        <a:defRPr sz="4400">
          <a:solidFill>
            <a:schemeClr val="bg1"/>
          </a:solidFill>
          <a:latin typeface="Arial" panose="020B0604020202020204" pitchFamily="34" charset="0"/>
          <a:cs typeface="Arial" panose="020B0604020202020204" pitchFamily="34" charset="0"/>
        </a:defRPr>
      </a:lvl3pPr>
      <a:lvl4pPr algn="l" rtl="0" eaLnBrk="1" fontAlgn="base" hangingPunct="1">
        <a:lnSpc>
          <a:spcPct val="90000"/>
        </a:lnSpc>
        <a:spcBef>
          <a:spcPct val="0"/>
        </a:spcBef>
        <a:spcAft>
          <a:spcPct val="0"/>
        </a:spcAft>
        <a:defRPr sz="4400">
          <a:solidFill>
            <a:schemeClr val="bg1"/>
          </a:solidFill>
          <a:latin typeface="Arial" panose="020B0604020202020204" pitchFamily="34" charset="0"/>
          <a:cs typeface="Arial" panose="020B0604020202020204" pitchFamily="34" charset="0"/>
        </a:defRPr>
      </a:lvl4pPr>
      <a:lvl5pPr algn="l" rtl="0" eaLnBrk="1" fontAlgn="base" hangingPunct="1">
        <a:lnSpc>
          <a:spcPct val="90000"/>
        </a:lnSpc>
        <a:spcBef>
          <a:spcPct val="0"/>
        </a:spcBef>
        <a:spcAft>
          <a:spcPct val="0"/>
        </a:spcAft>
        <a:defRPr sz="4400">
          <a:solidFill>
            <a:schemeClr val="bg1"/>
          </a:solidFill>
          <a:latin typeface="Arial" panose="020B0604020202020204" pitchFamily="34" charset="0"/>
          <a:cs typeface="Arial" panose="020B0604020202020204" pitchFamily="34" charset="0"/>
        </a:defRPr>
      </a:lvl5pPr>
      <a:lvl6pPr marL="457200" algn="l" rtl="0" eaLnBrk="1" fontAlgn="base" hangingPunct="1">
        <a:lnSpc>
          <a:spcPct val="90000"/>
        </a:lnSpc>
        <a:spcBef>
          <a:spcPct val="0"/>
        </a:spcBef>
        <a:spcAft>
          <a:spcPct val="0"/>
        </a:spcAft>
        <a:defRPr sz="4400">
          <a:solidFill>
            <a:schemeClr val="bg1"/>
          </a:solidFill>
          <a:latin typeface="Arial" panose="020B0604020202020204" pitchFamily="34" charset="0"/>
          <a:cs typeface="Arial" panose="020B0604020202020204" pitchFamily="34" charset="0"/>
        </a:defRPr>
      </a:lvl6pPr>
      <a:lvl7pPr marL="914400" algn="l" rtl="0" eaLnBrk="1" fontAlgn="base" hangingPunct="1">
        <a:lnSpc>
          <a:spcPct val="90000"/>
        </a:lnSpc>
        <a:spcBef>
          <a:spcPct val="0"/>
        </a:spcBef>
        <a:spcAft>
          <a:spcPct val="0"/>
        </a:spcAft>
        <a:defRPr sz="4400">
          <a:solidFill>
            <a:schemeClr val="bg1"/>
          </a:solidFill>
          <a:latin typeface="Arial" panose="020B0604020202020204" pitchFamily="34" charset="0"/>
          <a:cs typeface="Arial" panose="020B0604020202020204" pitchFamily="34" charset="0"/>
        </a:defRPr>
      </a:lvl7pPr>
      <a:lvl8pPr marL="1371600" algn="l" rtl="0" eaLnBrk="1" fontAlgn="base" hangingPunct="1">
        <a:lnSpc>
          <a:spcPct val="90000"/>
        </a:lnSpc>
        <a:spcBef>
          <a:spcPct val="0"/>
        </a:spcBef>
        <a:spcAft>
          <a:spcPct val="0"/>
        </a:spcAft>
        <a:defRPr sz="4400">
          <a:solidFill>
            <a:schemeClr val="bg1"/>
          </a:solidFill>
          <a:latin typeface="Arial" panose="020B0604020202020204" pitchFamily="34" charset="0"/>
          <a:cs typeface="Arial" panose="020B0604020202020204" pitchFamily="34" charset="0"/>
        </a:defRPr>
      </a:lvl8pPr>
      <a:lvl9pPr marL="1828800" algn="l" rtl="0" eaLnBrk="1" fontAlgn="base" hangingPunct="1">
        <a:lnSpc>
          <a:spcPct val="90000"/>
        </a:lnSpc>
        <a:spcBef>
          <a:spcPct val="0"/>
        </a:spcBef>
        <a:spcAft>
          <a:spcPct val="0"/>
        </a:spcAft>
        <a:defRPr sz="4400">
          <a:solidFill>
            <a:schemeClr val="bg1"/>
          </a:solidFill>
          <a:latin typeface="Arial" panose="020B0604020202020204" pitchFamily="34" charset="0"/>
          <a:cs typeface="Arial" panose="020B0604020202020204" pitchFamily="34" charset="0"/>
        </a:defRPr>
      </a:lvl9pPr>
    </p:titleStyle>
    <p:bodyStyle>
      <a:lvl1pPr marL="228600" indent="-228600" algn="l" rtl="0" eaLnBrk="1" fontAlgn="base" hangingPunct="1">
        <a:lnSpc>
          <a:spcPct val="90000"/>
        </a:lnSpc>
        <a:spcBef>
          <a:spcPts val="1000"/>
        </a:spcBef>
        <a:spcAft>
          <a:spcPct val="0"/>
        </a:spcAft>
        <a:buFont typeface="Arial" panose="020B0604020202020204" pitchFamily="34" charset="0"/>
        <a:buChar char="•"/>
        <a:defRPr sz="2800" kern="1200">
          <a:solidFill>
            <a:schemeClr val="bg1"/>
          </a:solidFill>
          <a:latin typeface="Arial" panose="020B0604020202020204" pitchFamily="34" charset="0"/>
          <a:ea typeface="+mn-ea"/>
          <a:cs typeface="Arial" panose="020B0604020202020204" pitchFamily="34" charset="0"/>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sz="2400" kern="1200">
          <a:solidFill>
            <a:schemeClr val="bg1"/>
          </a:solidFill>
          <a:latin typeface="Arial" panose="020B0604020202020204" pitchFamily="34" charset="0"/>
          <a:ea typeface="+mn-ea"/>
          <a:cs typeface="Arial" panose="020B0604020202020204" pitchFamily="34" charset="0"/>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sz="2000" kern="1200">
          <a:solidFill>
            <a:schemeClr val="bg1"/>
          </a:solidFill>
          <a:latin typeface="Arial" panose="020B0604020202020204" pitchFamily="34" charset="0"/>
          <a:ea typeface="+mn-ea"/>
          <a:cs typeface="Arial" panose="020B0604020202020204" pitchFamily="34" charset="0"/>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kern="1200">
          <a:solidFill>
            <a:schemeClr val="bg1"/>
          </a:solidFill>
          <a:latin typeface="Arial" panose="020B0604020202020204" pitchFamily="34" charset="0"/>
          <a:ea typeface="+mn-ea"/>
          <a:cs typeface="Arial" panose="020B0604020202020204" pitchFamily="34" charset="0"/>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9"/>
          <a:srcRect/>
          <a:stretch>
            <a:fillRect/>
          </a:stretch>
        </a:blip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dirty="0"/>
              <a:t>Click to edit Master title style</a:t>
            </a:r>
          </a:p>
        </p:txBody>
      </p:sp>
      <p:sp>
        <p:nvSpPr>
          <p:cNvPr id="2051"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accent5">
                    <a:lumMod val="75000"/>
                  </a:schemeClr>
                </a:solidFill>
                <a:latin typeface="Arial" panose="020B0604020202020204" pitchFamily="34" charset="0"/>
                <a:cs typeface="Arial" panose="020B0604020202020204" pitchFamily="34" charset="0"/>
              </a:defRPr>
            </a:lvl1pPr>
          </a:lstStyle>
          <a:p>
            <a:pPr>
              <a:defRPr/>
            </a:pPr>
            <a:fld id="{549A8918-CB8D-492A-B25B-56D4BD9C1669}" type="datetimeFigureOut">
              <a:rPr lang="en-US" smtClean="0"/>
              <a:pPr>
                <a:defRPr/>
              </a:pPr>
              <a:t>11/4/2022</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accent5">
                    <a:lumMod val="75000"/>
                  </a:schemeClr>
                </a:solidFill>
                <a:latin typeface="Arial" panose="020B0604020202020204" pitchFamily="34" charset="0"/>
                <a:cs typeface="Arial" panose="020B0604020202020204" pitchFamily="34" charset="0"/>
              </a:defRPr>
            </a:lvl1pPr>
          </a:lstStyle>
          <a:p>
            <a:pPr>
              <a:defRPr/>
            </a:pPr>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eaLnBrk="1" fontAlgn="auto" hangingPunct="1">
              <a:spcBef>
                <a:spcPts val="0"/>
              </a:spcBef>
              <a:spcAft>
                <a:spcPts val="0"/>
              </a:spcAft>
              <a:defRPr sz="1200">
                <a:solidFill>
                  <a:schemeClr val="accent5">
                    <a:lumMod val="75000"/>
                  </a:schemeClr>
                </a:solidFill>
                <a:latin typeface="Arial" panose="020B0604020202020204" pitchFamily="34" charset="0"/>
                <a:cs typeface="Arial" panose="020B0604020202020204" pitchFamily="34" charset="0"/>
              </a:defRPr>
            </a:lvl1pPr>
          </a:lstStyle>
          <a:p>
            <a:pPr>
              <a:defRPr/>
            </a:pPr>
            <a:fld id="{0AFC60A8-5F5C-4AA9-9BB4-437BC69618B7}" type="slidenum">
              <a:rPr lang="en-US" smtClean="0"/>
              <a:pPr>
                <a:defRPr/>
              </a:pPr>
              <a:t>‹#›</a:t>
            </a:fld>
            <a:endParaRPr lang="en-US" dirty="0"/>
          </a:p>
        </p:txBody>
      </p:sp>
    </p:spTree>
    <p:extLst>
      <p:ext uri="{BB962C8B-B14F-4D97-AF65-F5344CB8AC3E}">
        <p14:creationId xmlns:p14="http://schemas.microsoft.com/office/powerpoint/2010/main" val="4238675672"/>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6" r:id="rId10"/>
    <p:sldLayoutId id="2147483697" r:id="rId11"/>
    <p:sldLayoutId id="2147483698" r:id="rId12"/>
    <p:sldLayoutId id="2147483699" r:id="rId13"/>
    <p:sldLayoutId id="2147483700" r:id="rId14"/>
    <p:sldLayoutId id="2147483701" r:id="rId15"/>
    <p:sldLayoutId id="2147483702" r:id="rId16"/>
    <p:sldLayoutId id="2147483703" r:id="rId17"/>
  </p:sldLayoutIdLst>
  <p:txStyles>
    <p:titleStyle>
      <a:lvl1pPr algn="l" rtl="0" eaLnBrk="0" fontAlgn="base" hangingPunct="0">
        <a:lnSpc>
          <a:spcPct val="90000"/>
        </a:lnSpc>
        <a:spcBef>
          <a:spcPct val="0"/>
        </a:spcBef>
        <a:spcAft>
          <a:spcPct val="0"/>
        </a:spcAft>
        <a:defRPr sz="4400" kern="1200">
          <a:solidFill>
            <a:schemeClr val="accent5">
              <a:lumMod val="75000"/>
            </a:schemeClr>
          </a:solidFill>
          <a:latin typeface="Arial" panose="020B0604020202020204" pitchFamily="34" charset="0"/>
          <a:ea typeface="+mj-ea"/>
          <a:cs typeface="Arial" panose="020B0604020202020204" pitchFamily="34" charset="0"/>
        </a:defRPr>
      </a:lvl1pPr>
      <a:lvl2pPr algn="l" rtl="0" eaLnBrk="0" fontAlgn="base" hangingPunct="0">
        <a:lnSpc>
          <a:spcPct val="90000"/>
        </a:lnSpc>
        <a:spcBef>
          <a:spcPct val="0"/>
        </a:spcBef>
        <a:spcAft>
          <a:spcPct val="0"/>
        </a:spcAft>
        <a:defRPr sz="4400">
          <a:solidFill>
            <a:srgbClr val="1F4E79"/>
          </a:solidFill>
          <a:latin typeface="Arial" panose="020B0604020202020204" pitchFamily="34" charset="0"/>
          <a:cs typeface="Arial" panose="020B0604020202020204" pitchFamily="34" charset="0"/>
        </a:defRPr>
      </a:lvl2pPr>
      <a:lvl3pPr algn="l" rtl="0" eaLnBrk="0" fontAlgn="base" hangingPunct="0">
        <a:lnSpc>
          <a:spcPct val="90000"/>
        </a:lnSpc>
        <a:spcBef>
          <a:spcPct val="0"/>
        </a:spcBef>
        <a:spcAft>
          <a:spcPct val="0"/>
        </a:spcAft>
        <a:defRPr sz="4400">
          <a:solidFill>
            <a:srgbClr val="1F4E79"/>
          </a:solidFill>
          <a:latin typeface="Arial" panose="020B0604020202020204" pitchFamily="34" charset="0"/>
          <a:cs typeface="Arial" panose="020B0604020202020204" pitchFamily="34" charset="0"/>
        </a:defRPr>
      </a:lvl3pPr>
      <a:lvl4pPr algn="l" rtl="0" eaLnBrk="0" fontAlgn="base" hangingPunct="0">
        <a:lnSpc>
          <a:spcPct val="90000"/>
        </a:lnSpc>
        <a:spcBef>
          <a:spcPct val="0"/>
        </a:spcBef>
        <a:spcAft>
          <a:spcPct val="0"/>
        </a:spcAft>
        <a:defRPr sz="4400">
          <a:solidFill>
            <a:srgbClr val="1F4E79"/>
          </a:solidFill>
          <a:latin typeface="Arial" panose="020B0604020202020204" pitchFamily="34" charset="0"/>
          <a:cs typeface="Arial" panose="020B0604020202020204" pitchFamily="34" charset="0"/>
        </a:defRPr>
      </a:lvl4pPr>
      <a:lvl5pPr algn="l" rtl="0" eaLnBrk="0" fontAlgn="base" hangingPunct="0">
        <a:lnSpc>
          <a:spcPct val="90000"/>
        </a:lnSpc>
        <a:spcBef>
          <a:spcPct val="0"/>
        </a:spcBef>
        <a:spcAft>
          <a:spcPct val="0"/>
        </a:spcAft>
        <a:defRPr sz="4400">
          <a:solidFill>
            <a:srgbClr val="1F4E79"/>
          </a:solidFill>
          <a:latin typeface="Arial" panose="020B0604020202020204" pitchFamily="34" charset="0"/>
          <a:cs typeface="Arial" panose="020B0604020202020204" pitchFamily="34" charset="0"/>
        </a:defRPr>
      </a:lvl5pPr>
      <a:lvl6pPr marL="457200" algn="l" rtl="0" fontAlgn="base">
        <a:lnSpc>
          <a:spcPct val="90000"/>
        </a:lnSpc>
        <a:spcBef>
          <a:spcPct val="0"/>
        </a:spcBef>
        <a:spcAft>
          <a:spcPct val="0"/>
        </a:spcAft>
        <a:defRPr sz="4400">
          <a:solidFill>
            <a:srgbClr val="1F4E79"/>
          </a:solidFill>
          <a:latin typeface="Arial" panose="020B0604020202020204" pitchFamily="34" charset="0"/>
          <a:cs typeface="Arial" panose="020B0604020202020204" pitchFamily="34" charset="0"/>
        </a:defRPr>
      </a:lvl6pPr>
      <a:lvl7pPr marL="914400" algn="l" rtl="0" fontAlgn="base">
        <a:lnSpc>
          <a:spcPct val="90000"/>
        </a:lnSpc>
        <a:spcBef>
          <a:spcPct val="0"/>
        </a:spcBef>
        <a:spcAft>
          <a:spcPct val="0"/>
        </a:spcAft>
        <a:defRPr sz="4400">
          <a:solidFill>
            <a:srgbClr val="1F4E79"/>
          </a:solidFill>
          <a:latin typeface="Arial" panose="020B0604020202020204" pitchFamily="34" charset="0"/>
          <a:cs typeface="Arial" panose="020B0604020202020204" pitchFamily="34" charset="0"/>
        </a:defRPr>
      </a:lvl7pPr>
      <a:lvl8pPr marL="1371600" algn="l" rtl="0" fontAlgn="base">
        <a:lnSpc>
          <a:spcPct val="90000"/>
        </a:lnSpc>
        <a:spcBef>
          <a:spcPct val="0"/>
        </a:spcBef>
        <a:spcAft>
          <a:spcPct val="0"/>
        </a:spcAft>
        <a:defRPr sz="4400">
          <a:solidFill>
            <a:srgbClr val="1F4E79"/>
          </a:solidFill>
          <a:latin typeface="Arial" panose="020B0604020202020204" pitchFamily="34" charset="0"/>
          <a:cs typeface="Arial" panose="020B0604020202020204" pitchFamily="34" charset="0"/>
        </a:defRPr>
      </a:lvl8pPr>
      <a:lvl9pPr marL="1828800" algn="l" rtl="0" fontAlgn="base">
        <a:lnSpc>
          <a:spcPct val="90000"/>
        </a:lnSpc>
        <a:spcBef>
          <a:spcPct val="0"/>
        </a:spcBef>
        <a:spcAft>
          <a:spcPct val="0"/>
        </a:spcAft>
        <a:defRPr sz="4400">
          <a:solidFill>
            <a:srgbClr val="1F4E79"/>
          </a:solidFill>
          <a:latin typeface="Arial" panose="020B0604020202020204" pitchFamily="34" charset="0"/>
          <a:cs typeface="Arial" panose="020B060402020202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accent5">
              <a:lumMod val="75000"/>
            </a:schemeClr>
          </a:solidFill>
          <a:latin typeface="Arial" panose="020B0604020202020204" pitchFamily="34" charset="0"/>
          <a:ea typeface="+mn-ea"/>
          <a:cs typeface="Arial" panose="020B0604020202020204" pitchFamily="34" charset="0"/>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accent5">
              <a:lumMod val="75000"/>
            </a:schemeClr>
          </a:solidFill>
          <a:latin typeface="Arial" panose="020B0604020202020204" pitchFamily="34" charset="0"/>
          <a:ea typeface="+mn-ea"/>
          <a:cs typeface="Arial" panose="020B0604020202020204" pitchFamily="34" charset="0"/>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accent5">
              <a:lumMod val="75000"/>
            </a:schemeClr>
          </a:solidFill>
          <a:latin typeface="Arial" panose="020B0604020202020204" pitchFamily="34" charset="0"/>
          <a:ea typeface="+mn-ea"/>
          <a:cs typeface="Arial" panose="020B0604020202020204" pitchFamily="34" charset="0"/>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accent5">
              <a:lumMod val="75000"/>
            </a:schemeClr>
          </a:solidFill>
          <a:latin typeface="Arial" panose="020B0604020202020204" pitchFamily="34" charset="0"/>
          <a:ea typeface="+mn-ea"/>
          <a:cs typeface="Arial" panose="020B0604020202020204" pitchFamily="34" charset="0"/>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accent5">
              <a:lumMod val="75000"/>
            </a:schemeClr>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3.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4.jpg"/><Relationship Id="rId3" Type="http://schemas.openxmlformats.org/officeDocument/2006/relationships/image" Target="../media/image15.png"/><Relationship Id="rId4" Type="http://schemas.openxmlformats.org/officeDocument/2006/relationships/image" Target="../media/image16.jpg"/><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7.jpg"/><Relationship Id="rId3" Type="http://schemas.openxmlformats.org/officeDocument/2006/relationships/image" Target="../media/image18.jpg"/><Relationship Id="rId4" Type="http://schemas.openxmlformats.org/officeDocument/2006/relationships/image" Target="../media/image12.jpg"/><Relationship Id="rId5" Type="http://schemas.openxmlformats.org/officeDocument/2006/relationships/image" Target="../media/image19.jpg"/><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20.jpg"/><Relationship Id="rId3" Type="http://schemas.openxmlformats.org/officeDocument/2006/relationships/image" Target="../media/image21.jpg"/><Relationship Id="rId4" Type="http://schemas.openxmlformats.org/officeDocument/2006/relationships/image" Target="../media/image22.jpg"/><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25.jpg"/><Relationship Id="rId3" Type="http://schemas.openxmlformats.org/officeDocument/2006/relationships/image" Target="../media/image26.jp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24.png"/><Relationship Id="rId3" Type="http://schemas.openxmlformats.org/officeDocument/2006/relationships/image" Target="../media/image30.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31.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3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8.jpg"/><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48640" y="320040"/>
            <a:ext cx="10241280" cy="1280160"/>
          </a:xfrm>
        </p:spPr>
        <p:txBody>
          <a:bodyPr/>
          <a:lstStyle/>
          <a:p>
            <a:pPr algn="l"/>
            <a:r>
              <a:t>HOT Info Orbs</a:t>
            </a:r>
          </a:p>
        </p:txBody>
      </p:sp>
      <p:sp>
        <p:nvSpPr>
          <p:cNvPr id="3" name="Subtitle 2"/>
          <p:cNvSpPr>
            <a:spLocks noGrp="1"/>
          </p:cNvSpPr>
          <p:nvPr>
            <p:ph type="subTitle" idx="1"/>
          </p:nvPr>
        </p:nvSpPr>
        <p:spPr>
          <a:xfrm>
            <a:off x="548640" y="1600200"/>
            <a:ext cx="10241280" cy="731520"/>
          </a:xfrm>
        </p:spPr>
        <p:txBody>
          <a:bodyPr/>
          <a:lstStyle/>
          <a:p>
            <a:pPr algn="l"/>
            <a:r>
              <a:rPr sz="2400"/>
              <a:t>Five round screens that show what you want to know</a:t>
            </a:r>
          </a:p>
        </p:txBody>
      </p:sp>
      <p:pic>
        <p:nvPicPr>
          <p:cNvPr id="4" name="Picture 3" descr="c-dim-before.jpg"/>
          <p:cNvPicPr>
            <a:picLocks noChangeAspect="1"/>
          </p:cNvPicPr>
          <p:nvPr/>
        </p:nvPicPr>
        <p:blipFill>
          <a:blip r:embed="rId2"/>
          <a:stretch>
            <a:fillRect/>
          </a:stretch>
        </p:blipFill>
        <p:spPr>
          <a:xfrm>
            <a:off x="548640" y="2468880"/>
            <a:ext cx="11064240" cy="3178026"/>
          </a:xfrm>
          <a:prstGeom prst="rect">
            <a:avLst/>
          </a:prstGeom>
          <a:ln w="12700">
            <a:solidFill>
              <a:srgbClr val="5B9BD5"/>
            </a:solidFill>
          </a:ln>
        </p:spPr>
      </p:pic>
      <p:sp>
        <p:nvSpPr>
          <p:cNvPr id="5" name="TextBox 4"/>
          <p:cNvSpPr txBox="1"/>
          <p:nvPr/>
        </p:nvSpPr>
        <p:spPr>
          <a:xfrm>
            <a:off x="548640" y="5760720"/>
            <a:ext cx="11064240" cy="822960"/>
          </a:xfrm>
          <a:prstGeom prst="rect">
            <a:avLst/>
          </a:prstGeom>
          <a:noFill/>
        </p:spPr>
        <p:txBody>
          <a:bodyPr wrap="square" lIns="45720" rIns="45720" tIns="27432" bIns="27432" anchor="t">
            <a:spAutoFit/>
          </a:bodyPr>
          <a:lstStyle/>
          <a:p>
            <a:pPr algn="l">
              <a:spcBef>
                <a:spcPts val="0"/>
              </a:spcBef>
              <a:spcAft>
                <a:spcPts val="400"/>
              </a:spcAft>
            </a:pPr>
            <a:r>
              <a:rPr sz="1800" b="1">
                <a:solidFill>
                  <a:srgbClr val="FFC000"/>
                </a:solidFill>
                <a:latin typeface="Arial"/>
              </a:rPr>
              <a:t>Hands-On Tech, Small Computers group</a:t>
            </a:r>
            <a:r>
              <a:rPr sz="1800" b="0">
                <a:solidFill>
                  <a:srgbClr val="FFFFFF"/>
                </a:solidFill>
                <a:latin typeface="Arial"/>
              </a:rPr>
              <a:t>   ·   October 27, 2026   ·   Scott Dube</a:t>
            </a:r>
          </a:p>
          <a:p>
            <a:pPr algn="l">
              <a:spcBef>
                <a:spcPts val="0"/>
              </a:spcBef>
              <a:spcAft>
                <a:spcPts val="400"/>
              </a:spcAft>
            </a:pPr>
            <a:r>
              <a:rPr sz="1600" b="0">
                <a:solidFill>
                  <a:srgbClr val="BFC7D5"/>
                </a:solidFill>
                <a:latin typeface="Arial"/>
              </a:rPr>
              <a:t>A club build: a board designed by Yang and Scott, firmware and docs on GitHub</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it is</a:t>
            </a:r>
          </a:p>
        </p:txBody>
      </p:sp>
      <p:pic>
        <p:nvPicPr>
          <p:cNvPr id="3" name="Picture 2" descr="hero-4k-band.jpg"/>
          <p:cNvPicPr>
            <a:picLocks noChangeAspect="1"/>
          </p:cNvPicPr>
          <p:nvPr/>
        </p:nvPicPr>
        <p:blipFill>
          <a:blip r:embed="rId2"/>
          <a:stretch>
            <a:fillRect/>
          </a:stretch>
        </p:blipFill>
        <p:spPr>
          <a:xfrm>
            <a:off x="548640" y="1371600"/>
            <a:ext cx="11064240" cy="2799792"/>
          </a:xfrm>
          <a:prstGeom prst="rect">
            <a:avLst/>
          </a:prstGeom>
          <a:ln w="12700">
            <a:solidFill>
              <a:srgbClr val="5B9BD5"/>
            </a:solidFill>
          </a:ln>
        </p:spPr>
      </p:pic>
      <p:sp>
        <p:nvSpPr>
          <p:cNvPr id="4" name="TextBox 3"/>
          <p:cNvSpPr txBox="1"/>
          <p:nvPr/>
        </p:nvSpPr>
        <p:spPr>
          <a:xfrm>
            <a:off x="548640" y="4434840"/>
            <a:ext cx="3566160" cy="1645920"/>
          </a:xfrm>
          <a:prstGeom prst="rect">
            <a:avLst/>
          </a:prstGeom>
          <a:noFill/>
        </p:spPr>
        <p:txBody>
          <a:bodyPr wrap="square" lIns="45720" rIns="45720" tIns="27432" bIns="27432" anchor="t">
            <a:spAutoFit/>
          </a:bodyPr>
          <a:lstStyle/>
          <a:p>
            <a:pPr algn="l">
              <a:spcBef>
                <a:spcPts val="0"/>
              </a:spcBef>
              <a:spcAft>
                <a:spcPts val="400"/>
              </a:spcAft>
            </a:pPr>
            <a:r>
              <a:rPr sz="1800" b="1">
                <a:solidFill>
                  <a:srgbClr val="FFC000"/>
                </a:solidFill>
                <a:latin typeface="Arial"/>
              </a:rPr>
              <a:t>Five round screens</a:t>
            </a:r>
          </a:p>
          <a:p>
            <a:pPr algn="l">
              <a:spcBef>
                <a:spcPts val="0"/>
              </a:spcBef>
              <a:spcAft>
                <a:spcPts val="400"/>
              </a:spcAft>
            </a:pPr>
            <a:r>
              <a:rPr sz="1700" b="0">
                <a:solidFill>
                  <a:srgbClr val="FFFFFF"/>
                </a:solidFill>
                <a:latin typeface="Arial"/>
              </a:rPr>
              <a:t>Color displays an inch and a quarter across, on one board. Each page uses all five.</a:t>
            </a:r>
          </a:p>
        </p:txBody>
      </p:sp>
      <p:sp>
        <p:nvSpPr>
          <p:cNvPr id="5" name="TextBox 4"/>
          <p:cNvSpPr txBox="1"/>
          <p:nvPr/>
        </p:nvSpPr>
        <p:spPr>
          <a:xfrm>
            <a:off x="4297679" y="4434840"/>
            <a:ext cx="3566160" cy="1645920"/>
          </a:xfrm>
          <a:prstGeom prst="rect">
            <a:avLst/>
          </a:prstGeom>
          <a:noFill/>
        </p:spPr>
        <p:txBody>
          <a:bodyPr wrap="square" lIns="45720" rIns="45720" tIns="27432" bIns="27432" anchor="t">
            <a:spAutoFit/>
          </a:bodyPr>
          <a:lstStyle/>
          <a:p>
            <a:pPr algn="l">
              <a:spcBef>
                <a:spcPts val="0"/>
              </a:spcBef>
              <a:spcAft>
                <a:spcPts val="400"/>
              </a:spcAft>
            </a:pPr>
            <a:r>
              <a:rPr sz="1800" b="1">
                <a:solidFill>
                  <a:srgbClr val="FFC000"/>
                </a:solidFill>
                <a:latin typeface="Arial"/>
              </a:rPr>
              <a:t>One small computer</a:t>
            </a:r>
          </a:p>
          <a:p>
            <a:pPr algn="l">
              <a:spcBef>
                <a:spcPts val="0"/>
              </a:spcBef>
              <a:spcAft>
                <a:spcPts val="400"/>
              </a:spcAft>
            </a:pPr>
            <a:r>
              <a:rPr sz="1700" b="0">
                <a:solidFill>
                  <a:srgbClr val="FFFFFF"/>
                </a:solidFill>
                <a:latin typeface="Arial"/>
              </a:rPr>
              <a:t>A XIAO ESP32-S3 with Wi-Fi fetches the time, the weather, the markets and your own data.</a:t>
            </a:r>
          </a:p>
        </p:txBody>
      </p:sp>
      <p:sp>
        <p:nvSpPr>
          <p:cNvPr id="6" name="TextBox 5"/>
          <p:cNvSpPr txBox="1"/>
          <p:nvPr/>
        </p:nvSpPr>
        <p:spPr>
          <a:xfrm>
            <a:off x="8046719" y="4434840"/>
            <a:ext cx="3566160" cy="1645920"/>
          </a:xfrm>
          <a:prstGeom prst="rect">
            <a:avLst/>
          </a:prstGeom>
          <a:noFill/>
        </p:spPr>
        <p:txBody>
          <a:bodyPr wrap="square" lIns="45720" rIns="45720" tIns="27432" bIns="27432" anchor="t">
            <a:spAutoFit/>
          </a:bodyPr>
          <a:lstStyle/>
          <a:p>
            <a:pPr algn="l">
              <a:spcBef>
                <a:spcPts val="0"/>
              </a:spcBef>
              <a:spcAft>
                <a:spcPts val="400"/>
              </a:spcAft>
            </a:pPr>
            <a:r>
              <a:rPr sz="1800" b="1">
                <a:solidFill>
                  <a:srgbClr val="FFC000"/>
                </a:solidFill>
                <a:latin typeface="Arial"/>
              </a:rPr>
              <a:t>Nothing to install</a:t>
            </a:r>
          </a:p>
          <a:p>
            <a:pPr algn="l">
              <a:spcBef>
                <a:spcPts val="0"/>
              </a:spcBef>
              <a:spcAft>
                <a:spcPts val="400"/>
              </a:spcAft>
            </a:pPr>
            <a:r>
              <a:rPr sz="1700" b="0">
                <a:solidFill>
                  <a:srgbClr val="FFFFFF"/>
                </a:solidFill>
                <a:latin typeface="Arial"/>
              </a:rPr>
              <a:t>A USB cable for power, three buttons, and a settings page you open on your phone.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Where it came from</a:t>
            </a:r>
          </a:p>
        </p:txBody>
      </p:sp>
      <p:pic>
        <p:nvPicPr>
          <p:cNvPr id="3" name="Picture 2" descr="brett-43.jpg"/>
          <p:cNvPicPr>
            <a:picLocks noChangeAspect="1"/>
          </p:cNvPicPr>
          <p:nvPr/>
        </p:nvPicPr>
        <p:blipFill>
          <a:blip r:embed="rId2"/>
          <a:stretch>
            <a:fillRect/>
          </a:stretch>
        </p:blipFill>
        <p:spPr>
          <a:xfrm>
            <a:off x="548640" y="1474470"/>
            <a:ext cx="3566160" cy="2674620"/>
          </a:xfrm>
          <a:prstGeom prst="rect">
            <a:avLst/>
          </a:prstGeom>
          <a:ln w="12700">
            <a:solidFill>
              <a:srgbClr val="5B9BD5"/>
            </a:solidFill>
          </a:ln>
        </p:spPr>
      </p:pic>
      <p:sp>
        <p:nvSpPr>
          <p:cNvPr id="4" name="TextBox 3"/>
          <p:cNvSpPr txBox="1"/>
          <p:nvPr/>
        </p:nvSpPr>
        <p:spPr>
          <a:xfrm>
            <a:off x="548640" y="4251960"/>
            <a:ext cx="3566160" cy="2011680"/>
          </a:xfrm>
          <a:prstGeom prst="rect">
            <a:avLst/>
          </a:prstGeom>
          <a:noFill/>
        </p:spPr>
        <p:txBody>
          <a:bodyPr wrap="square" lIns="45720" rIns="45720" tIns="27432" bIns="27432" anchor="t">
            <a:spAutoFit/>
          </a:bodyPr>
          <a:lstStyle/>
          <a:p>
            <a:pPr algn="l">
              <a:spcBef>
                <a:spcPts val="0"/>
              </a:spcBef>
              <a:spcAft>
                <a:spcPts val="400"/>
              </a:spcAft>
            </a:pPr>
            <a:r>
              <a:rPr sz="1800" b="1">
                <a:solidFill>
                  <a:srgbClr val="FFC000"/>
                </a:solidFill>
                <a:latin typeface="Arial"/>
              </a:rPr>
              <a:t>The original: Info Orbs</a:t>
            </a:r>
          </a:p>
          <a:p>
            <a:pPr algn="l">
              <a:spcBef>
                <a:spcPts val="0"/>
              </a:spcBef>
              <a:spcAft>
                <a:spcPts val="400"/>
              </a:spcAft>
            </a:pPr>
            <a:r>
              <a:rPr sz="1500" b="0">
                <a:solidFill>
                  <a:srgbClr val="FFFFFF"/>
                </a:solidFill>
                <a:latin typeface="Arial"/>
              </a:rPr>
              <a:t>Brett Turner designed the Info Orbs and shared the plans and software for free.</a:t>
            </a:r>
          </a:p>
          <a:p>
            <a:pPr algn="l">
              <a:spcBef>
                <a:spcPts val="0"/>
              </a:spcBef>
              <a:spcAft>
                <a:spcPts val="400"/>
              </a:spcAft>
            </a:pPr>
            <a:r>
              <a:rPr sz="1200" b="0">
                <a:solidFill>
                  <a:srgbClr val="BFC7D5"/>
                </a:solidFill>
                <a:latin typeface="Arial"/>
              </a:rPr>
              <a:t>Photo: Brett Turner, brett.tech</a:t>
            </a:r>
          </a:p>
        </p:txBody>
      </p:sp>
      <p:pic>
        <p:nvPicPr>
          <p:cNvPr id="5" name="Picture 4" descr="S06-hackerboxes-0129-product-image.png"/>
          <p:cNvPicPr>
            <a:picLocks noChangeAspect="1"/>
          </p:cNvPicPr>
          <p:nvPr/>
        </p:nvPicPr>
        <p:blipFill>
          <a:blip r:embed="rId3"/>
          <a:stretch>
            <a:fillRect/>
          </a:stretch>
        </p:blipFill>
        <p:spPr>
          <a:xfrm>
            <a:off x="4513248" y="1463040"/>
            <a:ext cx="3226462" cy="2697480"/>
          </a:xfrm>
          <a:prstGeom prst="rect">
            <a:avLst/>
          </a:prstGeom>
          <a:ln w="12700">
            <a:solidFill>
              <a:srgbClr val="5B9BD5"/>
            </a:solidFill>
          </a:ln>
        </p:spPr>
      </p:pic>
      <p:sp>
        <p:nvSpPr>
          <p:cNvPr id="6" name="TextBox 5"/>
          <p:cNvSpPr txBox="1"/>
          <p:nvPr/>
        </p:nvSpPr>
        <p:spPr>
          <a:xfrm>
            <a:off x="4343400" y="4251960"/>
            <a:ext cx="3566160" cy="2011680"/>
          </a:xfrm>
          <a:prstGeom prst="rect">
            <a:avLst/>
          </a:prstGeom>
          <a:noFill/>
        </p:spPr>
        <p:txBody>
          <a:bodyPr wrap="square" lIns="45720" rIns="45720" tIns="27432" bIns="27432" anchor="t">
            <a:spAutoFit/>
          </a:bodyPr>
          <a:lstStyle/>
          <a:p>
            <a:pPr algn="l">
              <a:spcBef>
                <a:spcPts val="0"/>
              </a:spcBef>
              <a:spcAft>
                <a:spcPts val="400"/>
              </a:spcAft>
            </a:pPr>
            <a:r>
              <a:rPr sz="1800" b="1">
                <a:solidFill>
                  <a:srgbClr val="FFC000"/>
                </a:solidFill>
                <a:latin typeface="Arial"/>
              </a:rPr>
              <a:t>The kit: HackerBox 0129 “Orbital”</a:t>
            </a:r>
          </a:p>
          <a:p>
            <a:pPr algn="l">
              <a:spcBef>
                <a:spcPts val="0"/>
              </a:spcBef>
              <a:spcAft>
                <a:spcPts val="400"/>
              </a:spcAft>
            </a:pPr>
            <a:r>
              <a:rPr sz="1500" b="0">
                <a:solidFill>
                  <a:srgbClr val="FFFFFF"/>
                </a:solidFill>
                <a:latin typeface="Arial"/>
              </a:rPr>
              <a:t>HackerBoxes, a monthly electronics kit, sent out its own version.</a:t>
            </a:r>
          </a:p>
          <a:p>
            <a:pPr algn="l">
              <a:spcBef>
                <a:spcPts val="0"/>
              </a:spcBef>
              <a:spcAft>
                <a:spcPts val="400"/>
              </a:spcAft>
            </a:pPr>
            <a:r>
              <a:rPr sz="1200" b="0">
                <a:solidFill>
                  <a:srgbClr val="BFC7D5"/>
                </a:solidFill>
                <a:latin typeface="Arial"/>
              </a:rPr>
              <a:t>Image: HackerBoxes</a:t>
            </a:r>
          </a:p>
        </p:txBody>
      </p:sp>
      <p:pic>
        <p:nvPicPr>
          <p:cNvPr id="7" name="Picture 6" descr="S07-donald-champion-hackerbox-0129-IMG_2820.jpg"/>
          <p:cNvPicPr>
            <a:picLocks noChangeAspect="1"/>
          </p:cNvPicPr>
          <p:nvPr/>
        </p:nvPicPr>
        <p:blipFill>
          <a:blip r:embed="rId4"/>
          <a:stretch>
            <a:fillRect/>
          </a:stretch>
        </p:blipFill>
        <p:spPr>
          <a:xfrm>
            <a:off x="8138160" y="1474470"/>
            <a:ext cx="3566160" cy="2674620"/>
          </a:xfrm>
          <a:prstGeom prst="rect">
            <a:avLst/>
          </a:prstGeom>
          <a:ln w="12700">
            <a:solidFill>
              <a:srgbClr val="5B9BD5"/>
            </a:solidFill>
          </a:ln>
        </p:spPr>
      </p:pic>
      <p:sp>
        <p:nvSpPr>
          <p:cNvPr id="8" name="TextBox 7"/>
          <p:cNvSpPr txBox="1"/>
          <p:nvPr/>
        </p:nvSpPr>
        <p:spPr>
          <a:xfrm>
            <a:off x="8138160" y="4251960"/>
            <a:ext cx="3566160" cy="2011680"/>
          </a:xfrm>
          <a:prstGeom prst="rect">
            <a:avLst/>
          </a:prstGeom>
          <a:noFill/>
        </p:spPr>
        <p:txBody>
          <a:bodyPr wrap="square" lIns="45720" rIns="45720" tIns="27432" bIns="27432" anchor="t">
            <a:spAutoFit/>
          </a:bodyPr>
          <a:lstStyle/>
          <a:p>
            <a:pPr algn="l">
              <a:spcBef>
                <a:spcPts val="0"/>
              </a:spcBef>
              <a:spcAft>
                <a:spcPts val="400"/>
              </a:spcAft>
            </a:pPr>
            <a:r>
              <a:rPr sz="1800" b="1">
                <a:solidFill>
                  <a:srgbClr val="FFC000"/>
                </a:solidFill>
                <a:latin typeface="Arial"/>
              </a:rPr>
              <a:t>Built in the club</a:t>
            </a:r>
          </a:p>
          <a:p>
            <a:pPr algn="l">
              <a:spcBef>
                <a:spcPts val="0"/>
              </a:spcBef>
              <a:spcAft>
                <a:spcPts val="400"/>
              </a:spcAft>
            </a:pPr>
            <a:r>
              <a:rPr sz="1500" b="0">
                <a:solidFill>
                  <a:srgbClr val="FFFFFF"/>
                </a:solidFill>
                <a:latin typeface="Arial"/>
              </a:rPr>
              <a:t>A couple of our members built that kit. We liked it enough to make our own: a new board, new features, a build anyone can follow.</a:t>
            </a:r>
          </a:p>
          <a:p>
            <a:pPr algn="l">
              <a:spcBef>
                <a:spcPts val="0"/>
              </a:spcBef>
              <a:spcAft>
                <a:spcPts val="400"/>
              </a:spcAft>
            </a:pPr>
            <a:r>
              <a:rPr sz="1200" b="0">
                <a:solidFill>
                  <a:srgbClr val="BFC7D5"/>
                </a:solidFill>
                <a:latin typeface="Arial"/>
              </a:rPr>
              <a:t>Photo: Donald Champion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pages: clock and weather</a:t>
            </a:r>
          </a:p>
        </p:txBody>
      </p:sp>
      <p:pic>
        <p:nvPicPr>
          <p:cNvPr id="3" name="Picture 2" descr="c-clock-standard.jpg"/>
          <p:cNvPicPr>
            <a:picLocks noChangeAspect="1"/>
          </p:cNvPicPr>
          <p:nvPr/>
        </p:nvPicPr>
        <p:blipFill>
          <a:blip r:embed="rId2"/>
          <a:stretch>
            <a:fillRect/>
          </a:stretch>
        </p:blipFill>
        <p:spPr>
          <a:xfrm>
            <a:off x="548640" y="1417320"/>
            <a:ext cx="4663440" cy="1335881"/>
          </a:xfrm>
          <a:prstGeom prst="rect">
            <a:avLst/>
          </a:prstGeom>
          <a:ln w="12700">
            <a:solidFill>
              <a:srgbClr val="5B9BD5"/>
            </a:solidFill>
          </a:ln>
        </p:spPr>
      </p:pic>
      <p:sp>
        <p:nvSpPr>
          <p:cNvPr id="4" name="TextBox 3"/>
          <p:cNvSpPr txBox="1"/>
          <p:nvPr/>
        </p:nvSpPr>
        <p:spPr>
          <a:xfrm>
            <a:off x="548640" y="2771489"/>
            <a:ext cx="4663440" cy="301752"/>
          </a:xfrm>
          <a:prstGeom prst="rect">
            <a:avLst/>
          </a:prstGeom>
          <a:noFill/>
        </p:spPr>
        <p:txBody>
          <a:bodyPr wrap="square" lIns="45720" rIns="45720" tIns="27432" bIns="27432" anchor="t">
            <a:spAutoFit/>
          </a:bodyPr>
          <a:lstStyle/>
          <a:p>
            <a:pPr algn="l">
              <a:spcBef>
                <a:spcPts val="0"/>
              </a:spcBef>
              <a:spcAft>
                <a:spcPts val="400"/>
              </a:spcAft>
            </a:pPr>
            <a:r>
              <a:rPr sz="1400" b="1">
                <a:solidFill>
                  <a:srgbClr val="FFC000"/>
                </a:solidFill>
                <a:latin typeface="Arial"/>
              </a:rPr>
              <a:t>Clock, LED digits</a:t>
            </a:r>
          </a:p>
        </p:txBody>
      </p:sp>
      <p:pic>
        <p:nvPicPr>
          <p:cNvPr id="5" name="Picture 4" descr="c-clock-nixie.jpg"/>
          <p:cNvPicPr>
            <a:picLocks noChangeAspect="1"/>
          </p:cNvPicPr>
          <p:nvPr/>
        </p:nvPicPr>
        <p:blipFill>
          <a:blip r:embed="rId3"/>
          <a:stretch>
            <a:fillRect/>
          </a:stretch>
        </p:blipFill>
        <p:spPr>
          <a:xfrm>
            <a:off x="548640" y="3128105"/>
            <a:ext cx="4663440" cy="1335881"/>
          </a:xfrm>
          <a:prstGeom prst="rect">
            <a:avLst/>
          </a:prstGeom>
          <a:ln w="12700">
            <a:solidFill>
              <a:srgbClr val="5B9BD5"/>
            </a:solidFill>
          </a:ln>
        </p:spPr>
      </p:pic>
      <p:sp>
        <p:nvSpPr>
          <p:cNvPr id="6" name="TextBox 5"/>
          <p:cNvSpPr txBox="1"/>
          <p:nvPr/>
        </p:nvSpPr>
        <p:spPr>
          <a:xfrm>
            <a:off x="548640" y="4482274"/>
            <a:ext cx="4663440" cy="301752"/>
          </a:xfrm>
          <a:prstGeom prst="rect">
            <a:avLst/>
          </a:prstGeom>
          <a:noFill/>
        </p:spPr>
        <p:txBody>
          <a:bodyPr wrap="square" lIns="45720" rIns="45720" tIns="27432" bIns="27432" anchor="t">
            <a:spAutoFit/>
          </a:bodyPr>
          <a:lstStyle/>
          <a:p>
            <a:pPr algn="l">
              <a:spcBef>
                <a:spcPts val="0"/>
              </a:spcBef>
              <a:spcAft>
                <a:spcPts val="400"/>
              </a:spcAft>
            </a:pPr>
            <a:r>
              <a:rPr sz="1400" b="1">
                <a:solidFill>
                  <a:srgbClr val="FFC000"/>
                </a:solidFill>
                <a:latin typeface="Arial"/>
              </a:rPr>
              <a:t>Clock, Nixie face (middle button)</a:t>
            </a:r>
          </a:p>
        </p:txBody>
      </p:sp>
      <p:pic>
        <p:nvPicPr>
          <p:cNvPr id="7" name="Picture 6" descr="c-dim-before.jpg"/>
          <p:cNvPicPr>
            <a:picLocks noChangeAspect="1"/>
          </p:cNvPicPr>
          <p:nvPr/>
        </p:nvPicPr>
        <p:blipFill>
          <a:blip r:embed="rId4"/>
          <a:stretch>
            <a:fillRect/>
          </a:stretch>
        </p:blipFill>
        <p:spPr>
          <a:xfrm>
            <a:off x="548640" y="4838890"/>
            <a:ext cx="4663440" cy="1339498"/>
          </a:xfrm>
          <a:prstGeom prst="rect">
            <a:avLst/>
          </a:prstGeom>
          <a:ln w="12700">
            <a:solidFill>
              <a:srgbClr val="5B9BD5"/>
            </a:solidFill>
          </a:ln>
        </p:spPr>
      </p:pic>
      <p:sp>
        <p:nvSpPr>
          <p:cNvPr id="8" name="TextBox 7"/>
          <p:cNvSpPr txBox="1"/>
          <p:nvPr/>
        </p:nvSpPr>
        <p:spPr>
          <a:xfrm>
            <a:off x="548640" y="6196677"/>
            <a:ext cx="4663440" cy="301752"/>
          </a:xfrm>
          <a:prstGeom prst="rect">
            <a:avLst/>
          </a:prstGeom>
          <a:noFill/>
        </p:spPr>
        <p:txBody>
          <a:bodyPr wrap="square" lIns="45720" rIns="45720" tIns="27432" bIns="27432" anchor="t">
            <a:spAutoFit/>
          </a:bodyPr>
          <a:lstStyle/>
          <a:p>
            <a:pPr algn="l">
              <a:spcBef>
                <a:spcPts val="0"/>
              </a:spcBef>
              <a:spcAft>
                <a:spcPts val="400"/>
              </a:spcAft>
            </a:pPr>
            <a:r>
              <a:rPr sz="1400" b="1">
                <a:solidFill>
                  <a:srgbClr val="FFC000"/>
                </a:solidFill>
                <a:latin typeface="Arial"/>
              </a:rPr>
              <a:t>Weather: now, today, and the next three days</a:t>
            </a:r>
          </a:p>
        </p:txBody>
      </p:sp>
      <p:pic>
        <p:nvPicPr>
          <p:cNvPr id="9" name="Picture 8" descr="sunmoon-close.jpg"/>
          <p:cNvPicPr>
            <a:picLocks noChangeAspect="1"/>
          </p:cNvPicPr>
          <p:nvPr/>
        </p:nvPicPr>
        <p:blipFill>
          <a:blip r:embed="rId5"/>
          <a:stretch>
            <a:fillRect/>
          </a:stretch>
        </p:blipFill>
        <p:spPr>
          <a:xfrm>
            <a:off x="5577840" y="1417320"/>
            <a:ext cx="6172200" cy="3471862"/>
          </a:xfrm>
          <a:prstGeom prst="rect">
            <a:avLst/>
          </a:prstGeom>
          <a:ln w="12700">
            <a:solidFill>
              <a:srgbClr val="5B9BD5"/>
            </a:solidFill>
          </a:ln>
        </p:spPr>
      </p:pic>
      <p:sp>
        <p:nvSpPr>
          <p:cNvPr id="10" name="TextBox 9"/>
          <p:cNvSpPr txBox="1"/>
          <p:nvPr/>
        </p:nvSpPr>
        <p:spPr>
          <a:xfrm>
            <a:off x="5577840" y="5026342"/>
            <a:ext cx="6172200" cy="1554480"/>
          </a:xfrm>
          <a:prstGeom prst="rect">
            <a:avLst/>
          </a:prstGeom>
          <a:noFill/>
        </p:spPr>
        <p:txBody>
          <a:bodyPr wrap="square" lIns="45720" rIns="45720" tIns="27432" bIns="27432" anchor="t">
            <a:spAutoFit/>
          </a:bodyPr>
          <a:lstStyle/>
          <a:p>
            <a:pPr algn="l">
              <a:spcBef>
                <a:spcPts val="0"/>
              </a:spcBef>
              <a:spcAft>
                <a:spcPts val="400"/>
              </a:spcAft>
            </a:pPr>
            <a:r>
              <a:rPr sz="1400" b="1">
                <a:solidFill>
                  <a:srgbClr val="FFC000"/>
                </a:solidFill>
                <a:latin typeface="Arial"/>
              </a:rPr>
              <a:t>Sunrise, sunset and tonight’s moon</a:t>
            </a:r>
          </a:p>
          <a:p>
            <a:pPr algn="l">
              <a:spcBef>
                <a:spcPts val="0"/>
              </a:spcBef>
              <a:spcAft>
                <a:spcPts val="400"/>
              </a:spcAft>
            </a:pPr>
            <a:r>
              <a:rPr sz="1500" b="0">
                <a:solidFill>
                  <a:srgbClr val="FFFFFF"/>
                </a:solidFill>
                <a:latin typeface="Arial"/>
              </a:rPr>
              <a:t>The clock spreads across all five orbs: 12- or 24-hour, in any colors you like.</a:t>
            </a:r>
          </a:p>
          <a:p>
            <a:pPr algn="l">
              <a:spcBef>
                <a:spcPts val="0"/>
              </a:spcBef>
              <a:spcAft>
                <a:spcPts val="400"/>
              </a:spcAft>
            </a:pPr>
            <a:r>
              <a:rPr sz="1500" b="0">
                <a:solidFill>
                  <a:srgbClr val="FFFFFF"/>
                </a:solidFill>
                <a:latin typeface="Arial"/>
              </a:rPr>
              <a:t>Weather for any town, or straight from your own Tempest station. Up to two stations.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pages: stocks and your own data</a:t>
            </a:r>
          </a:p>
        </p:txBody>
      </p:sp>
      <p:pic>
        <p:nvPicPr>
          <p:cNvPr id="3" name="Picture 2" descr="c-stocks-open.jpg"/>
          <p:cNvPicPr>
            <a:picLocks noChangeAspect="1"/>
          </p:cNvPicPr>
          <p:nvPr/>
        </p:nvPicPr>
        <p:blipFill>
          <a:blip r:embed="rId2"/>
          <a:stretch>
            <a:fillRect/>
          </a:stretch>
        </p:blipFill>
        <p:spPr>
          <a:xfrm>
            <a:off x="548640" y="1417320"/>
            <a:ext cx="4206240" cy="1475451"/>
          </a:xfrm>
          <a:prstGeom prst="rect">
            <a:avLst/>
          </a:prstGeom>
          <a:ln w="12700">
            <a:solidFill>
              <a:srgbClr val="5B9BD5"/>
            </a:solidFill>
          </a:ln>
        </p:spPr>
      </p:pic>
      <p:sp>
        <p:nvSpPr>
          <p:cNvPr id="4" name="TextBox 3"/>
          <p:cNvSpPr txBox="1"/>
          <p:nvPr/>
        </p:nvSpPr>
        <p:spPr>
          <a:xfrm>
            <a:off x="5029200" y="1417320"/>
            <a:ext cx="6720840" cy="1475451"/>
          </a:xfrm>
          <a:prstGeom prst="rect">
            <a:avLst/>
          </a:prstGeom>
          <a:noFill/>
        </p:spPr>
        <p:txBody>
          <a:bodyPr wrap="square" lIns="45720" rIns="45720" tIns="27432" bIns="27432" anchor="ctr">
            <a:spAutoFit/>
          </a:bodyPr>
          <a:lstStyle/>
          <a:p>
            <a:pPr algn="l">
              <a:spcBef>
                <a:spcPts val="0"/>
              </a:spcBef>
              <a:spcAft>
                <a:spcPts val="400"/>
              </a:spcAft>
            </a:pPr>
            <a:r>
              <a:rPr sz="1800" b="1">
                <a:solidFill>
                  <a:srgbClr val="FFC000"/>
                </a:solidFill>
                <a:latin typeface="Arial"/>
              </a:rPr>
              <a:t>Stocks</a:t>
            </a:r>
          </a:p>
          <a:p>
            <a:pPr algn="l">
              <a:spcBef>
                <a:spcPts val="0"/>
              </a:spcBef>
              <a:spcAft>
                <a:spcPts val="400"/>
              </a:spcAft>
            </a:pPr>
            <a:r>
              <a:rPr sz="1500" b="0">
                <a:solidFill>
                  <a:srgbClr val="FFFFFF"/>
                </a:solidFill>
                <a:latin typeface="Arial"/>
              </a:rPr>
              <a:t>Five tickers, one per orb: price, change and the day’s range. Stocks, funds or crypto.</a:t>
            </a:r>
          </a:p>
        </p:txBody>
      </p:sp>
      <p:pic>
        <p:nvPicPr>
          <p:cNvPr id="5" name="Picture 4" descr="c-wide-mqtt.jpg"/>
          <p:cNvPicPr>
            <a:picLocks noChangeAspect="1"/>
          </p:cNvPicPr>
          <p:nvPr/>
        </p:nvPicPr>
        <p:blipFill>
          <a:blip r:embed="rId3"/>
          <a:stretch>
            <a:fillRect/>
          </a:stretch>
        </p:blipFill>
        <p:spPr>
          <a:xfrm>
            <a:off x="548640" y="3057363"/>
            <a:ext cx="4206240" cy="1473981"/>
          </a:xfrm>
          <a:prstGeom prst="rect">
            <a:avLst/>
          </a:prstGeom>
          <a:ln w="12700">
            <a:solidFill>
              <a:srgbClr val="5B9BD5"/>
            </a:solidFill>
          </a:ln>
        </p:spPr>
      </p:pic>
      <p:sp>
        <p:nvSpPr>
          <p:cNvPr id="6" name="TextBox 5"/>
          <p:cNvSpPr txBox="1"/>
          <p:nvPr/>
        </p:nvSpPr>
        <p:spPr>
          <a:xfrm>
            <a:off x="5029200" y="3057363"/>
            <a:ext cx="6720840" cy="1473981"/>
          </a:xfrm>
          <a:prstGeom prst="rect">
            <a:avLst/>
          </a:prstGeom>
          <a:noFill/>
        </p:spPr>
        <p:txBody>
          <a:bodyPr wrap="square" lIns="45720" rIns="45720" tIns="27432" bIns="27432" anchor="ctr">
            <a:spAutoFit/>
          </a:bodyPr>
          <a:lstStyle/>
          <a:p>
            <a:pPr algn="l">
              <a:spcBef>
                <a:spcPts val="0"/>
              </a:spcBef>
              <a:spcAft>
                <a:spcPts val="400"/>
              </a:spcAft>
            </a:pPr>
            <a:r>
              <a:rPr sz="1800" b="1">
                <a:solidFill>
                  <a:srgbClr val="FFC000"/>
                </a:solidFill>
                <a:latin typeface="Arial"/>
              </a:rPr>
              <a:t>MQTT</a:t>
            </a:r>
          </a:p>
          <a:p>
            <a:pPr algn="l">
              <a:spcBef>
                <a:spcPts val="0"/>
              </a:spcBef>
              <a:spcAft>
                <a:spcPts val="400"/>
              </a:spcAft>
            </a:pPr>
            <a:r>
              <a:rPr sz="1500" b="0">
                <a:solidFill>
                  <a:srgbClr val="FFFFFF"/>
                </a:solidFill>
                <a:latin typeface="Arial"/>
              </a:rPr>
              <a:t>Five live values from Home Assistant, or anything else that speaks MQTT.</a:t>
            </a:r>
          </a:p>
        </p:txBody>
      </p:sp>
      <p:pic>
        <p:nvPicPr>
          <p:cNvPr id="7" name="Picture 6" descr="c-wide-webdata.jpg"/>
          <p:cNvPicPr>
            <a:picLocks noChangeAspect="1"/>
          </p:cNvPicPr>
          <p:nvPr/>
        </p:nvPicPr>
        <p:blipFill>
          <a:blip r:embed="rId4"/>
          <a:stretch>
            <a:fillRect/>
          </a:stretch>
        </p:blipFill>
        <p:spPr>
          <a:xfrm>
            <a:off x="548640" y="4695936"/>
            <a:ext cx="4206240" cy="1473981"/>
          </a:xfrm>
          <a:prstGeom prst="rect">
            <a:avLst/>
          </a:prstGeom>
          <a:ln w="12700">
            <a:solidFill>
              <a:srgbClr val="5B9BD5"/>
            </a:solidFill>
          </a:ln>
        </p:spPr>
      </p:pic>
      <p:sp>
        <p:nvSpPr>
          <p:cNvPr id="8" name="TextBox 7"/>
          <p:cNvSpPr txBox="1"/>
          <p:nvPr/>
        </p:nvSpPr>
        <p:spPr>
          <a:xfrm>
            <a:off x="5029200" y="4695936"/>
            <a:ext cx="6720840" cy="1473981"/>
          </a:xfrm>
          <a:prstGeom prst="rect">
            <a:avLst/>
          </a:prstGeom>
          <a:noFill/>
        </p:spPr>
        <p:txBody>
          <a:bodyPr wrap="square" lIns="45720" rIns="45720" tIns="27432" bIns="27432" anchor="ctr">
            <a:spAutoFit/>
          </a:bodyPr>
          <a:lstStyle/>
          <a:p>
            <a:pPr algn="l">
              <a:spcBef>
                <a:spcPts val="0"/>
              </a:spcBef>
              <a:spcAft>
                <a:spcPts val="400"/>
              </a:spcAft>
            </a:pPr>
            <a:r>
              <a:rPr sz="1800" b="1">
                <a:solidFill>
                  <a:srgbClr val="FFC000"/>
                </a:solidFill>
                <a:latin typeface="Arial"/>
              </a:rPr>
              <a:t>Web Data</a:t>
            </a:r>
          </a:p>
          <a:p>
            <a:pPr algn="l">
              <a:spcBef>
                <a:spcPts val="0"/>
              </a:spcBef>
              <a:spcAft>
                <a:spcPts val="400"/>
              </a:spcAft>
            </a:pPr>
            <a:r>
              <a:rPr sz="1500" b="0">
                <a:solidFill>
                  <a:srgbClr val="FFFFFF"/>
                </a:solidFill>
                <a:latin typeface="Arial"/>
              </a:rPr>
              <a:t>A small JSON file from any web address, laid out the way you want.</a:t>
            </a:r>
          </a:p>
        </p:txBody>
      </p:sp>
      <p:sp>
        <p:nvSpPr>
          <p:cNvPr id="9" name="TextBox 8"/>
          <p:cNvSpPr txBox="1"/>
          <p:nvPr/>
        </p:nvSpPr>
        <p:spPr>
          <a:xfrm>
            <a:off x="548640" y="6288790"/>
            <a:ext cx="11201400" cy="457200"/>
          </a:xfrm>
          <a:prstGeom prst="rect">
            <a:avLst/>
          </a:prstGeom>
          <a:noFill/>
        </p:spPr>
        <p:txBody>
          <a:bodyPr wrap="square" lIns="45720" rIns="45720" tIns="27432" bIns="27432" anchor="t">
            <a:spAutoFit/>
          </a:bodyPr>
          <a:lstStyle/>
          <a:p>
            <a:pPr algn="l">
              <a:spcBef>
                <a:spcPts val="0"/>
              </a:spcBef>
              <a:spcAft>
                <a:spcPts val="400"/>
              </a:spcAft>
            </a:pPr>
            <a:r>
              <a:rPr sz="1400" b="0">
                <a:solidFill>
                  <a:srgbClr val="BFC7D5"/>
                </a:solidFill>
                <a:latin typeface="Arial"/>
              </a:rPr>
              <a:t>Left and right buttons step through the pages. Leave it alone and it rotates on its own. The last two pages are ones you build yourself.</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How it’s built</a:t>
            </a:r>
          </a:p>
        </p:txBody>
      </p:sp>
      <p:sp>
        <p:nvSpPr>
          <p:cNvPr id="3" name="TextBox 2"/>
          <p:cNvSpPr txBox="1"/>
          <p:nvPr/>
        </p:nvSpPr>
        <p:spPr>
          <a:xfrm>
            <a:off x="548640" y="1188720"/>
            <a:ext cx="6035040" cy="274320"/>
          </a:xfrm>
          <a:prstGeom prst="rect">
            <a:avLst/>
          </a:prstGeom>
          <a:noFill/>
        </p:spPr>
        <p:txBody>
          <a:bodyPr wrap="square" lIns="45720" rIns="45720" tIns="27432" bIns="27432" anchor="t">
            <a:spAutoFit/>
          </a:bodyPr>
          <a:lstStyle/>
          <a:p>
            <a:pPr algn="l">
              <a:spcBef>
                <a:spcPts val="0"/>
              </a:spcBef>
              <a:spcAft>
                <a:spcPts val="400"/>
              </a:spcAft>
            </a:pPr>
            <a:r>
              <a:rPr sz="1400" b="1">
                <a:solidFill>
                  <a:srgbClr val="FFC000"/>
                </a:solidFill>
                <a:latin typeface="Arial"/>
              </a:rPr>
              <a:t>Front: the five displays</a:t>
            </a:r>
          </a:p>
        </p:txBody>
      </p:sp>
      <p:pic>
        <p:nvPicPr>
          <p:cNvPr id="4" name="Picture 3" descr="b24-top2-crop.png"/>
          <p:cNvPicPr>
            <a:picLocks noChangeAspect="1"/>
          </p:cNvPicPr>
          <p:nvPr/>
        </p:nvPicPr>
        <p:blipFill>
          <a:blip r:embed="rId2"/>
          <a:stretch>
            <a:fillRect/>
          </a:stretch>
        </p:blipFill>
        <p:spPr>
          <a:xfrm>
            <a:off x="548640" y="1463040"/>
            <a:ext cx="6035040" cy="1795792"/>
          </a:xfrm>
          <a:prstGeom prst="rect">
            <a:avLst/>
          </a:prstGeom>
        </p:spPr>
      </p:pic>
      <p:sp>
        <p:nvSpPr>
          <p:cNvPr id="5" name="TextBox 4"/>
          <p:cNvSpPr txBox="1"/>
          <p:nvPr/>
        </p:nvSpPr>
        <p:spPr>
          <a:xfrm>
            <a:off x="548640" y="3331984"/>
            <a:ext cx="6035040" cy="274320"/>
          </a:xfrm>
          <a:prstGeom prst="rect">
            <a:avLst/>
          </a:prstGeom>
          <a:noFill/>
        </p:spPr>
        <p:txBody>
          <a:bodyPr wrap="square" lIns="45720" rIns="45720" tIns="27432" bIns="27432" anchor="t">
            <a:spAutoFit/>
          </a:bodyPr>
          <a:lstStyle/>
          <a:p>
            <a:pPr algn="l">
              <a:spcBef>
                <a:spcPts val="0"/>
              </a:spcBef>
              <a:spcAft>
                <a:spcPts val="400"/>
              </a:spcAft>
            </a:pPr>
            <a:r>
              <a:rPr sz="1400" b="1">
                <a:solidFill>
                  <a:srgbClr val="FFC000"/>
                </a:solidFill>
                <a:latin typeface="Arial"/>
              </a:rPr>
              <a:t>Back: the module, the buttons, USB-C</a:t>
            </a:r>
          </a:p>
        </p:txBody>
      </p:sp>
      <p:pic>
        <p:nvPicPr>
          <p:cNvPr id="6" name="Picture 5" descr="b24-back-crop.png"/>
          <p:cNvPicPr>
            <a:picLocks noChangeAspect="1"/>
          </p:cNvPicPr>
          <p:nvPr/>
        </p:nvPicPr>
        <p:blipFill>
          <a:blip r:embed="rId3"/>
          <a:stretch>
            <a:fillRect/>
          </a:stretch>
        </p:blipFill>
        <p:spPr>
          <a:xfrm>
            <a:off x="694944" y="3606304"/>
            <a:ext cx="5742432" cy="1944542"/>
          </a:xfrm>
          <a:prstGeom prst="rect">
            <a:avLst/>
          </a:prstGeom>
        </p:spPr>
      </p:pic>
      <p:sp>
        <p:nvSpPr>
          <p:cNvPr id="7" name="TextBox 6"/>
          <p:cNvSpPr txBox="1"/>
          <p:nvPr/>
        </p:nvSpPr>
        <p:spPr>
          <a:xfrm>
            <a:off x="6949440" y="1325880"/>
            <a:ext cx="4800600" cy="822960"/>
          </a:xfrm>
          <a:prstGeom prst="rect">
            <a:avLst/>
          </a:prstGeom>
          <a:noFill/>
        </p:spPr>
        <p:txBody>
          <a:bodyPr wrap="square" lIns="45720" rIns="45720" tIns="27432" bIns="27432" anchor="t">
            <a:spAutoFit/>
          </a:bodyPr>
          <a:lstStyle/>
          <a:p>
            <a:pPr algn="l">
              <a:spcBef>
                <a:spcPts val="0"/>
              </a:spcBef>
              <a:spcAft>
                <a:spcPts val="400"/>
              </a:spcAft>
            </a:pPr>
            <a:r>
              <a:rPr sz="1600" b="1">
                <a:solidFill>
                  <a:srgbClr val="FFC000"/>
                </a:solidFill>
                <a:latin typeface="Arial"/>
              </a:rPr>
              <a:t>XIAO ESP32-S3 or S3 Plus</a:t>
            </a:r>
          </a:p>
          <a:p>
            <a:pPr algn="l">
              <a:spcBef>
                <a:spcPts val="0"/>
              </a:spcBef>
              <a:spcAft>
                <a:spcPts val="400"/>
              </a:spcAft>
            </a:pPr>
            <a:r>
              <a:rPr sz="1500" b="0">
                <a:solidFill>
                  <a:srgbClr val="FFFFFF"/>
                </a:solidFill>
                <a:latin typeface="Arial"/>
              </a:rPr>
              <a:t>the brain, Wi-Fi built in, in a socket</a:t>
            </a:r>
          </a:p>
        </p:txBody>
      </p:sp>
      <p:sp>
        <p:nvSpPr>
          <p:cNvPr id="8" name="TextBox 7"/>
          <p:cNvSpPr txBox="1"/>
          <p:nvPr/>
        </p:nvSpPr>
        <p:spPr>
          <a:xfrm>
            <a:off x="6949440" y="2194560"/>
            <a:ext cx="4800600" cy="822960"/>
          </a:xfrm>
          <a:prstGeom prst="rect">
            <a:avLst/>
          </a:prstGeom>
          <a:noFill/>
        </p:spPr>
        <p:txBody>
          <a:bodyPr wrap="square" lIns="45720" rIns="45720" tIns="27432" bIns="27432" anchor="t">
            <a:spAutoFit/>
          </a:bodyPr>
          <a:lstStyle/>
          <a:p>
            <a:pPr algn="l">
              <a:spcBef>
                <a:spcPts val="0"/>
              </a:spcBef>
              <a:spcAft>
                <a:spcPts val="400"/>
              </a:spcAft>
            </a:pPr>
            <a:r>
              <a:rPr sz="1600" b="1">
                <a:solidFill>
                  <a:srgbClr val="FFC000"/>
                </a:solidFill>
                <a:latin typeface="Arial"/>
              </a:rPr>
              <a:t>Five 1.28 in displays</a:t>
            </a:r>
          </a:p>
          <a:p>
            <a:pPr algn="l">
              <a:spcBef>
                <a:spcPts val="0"/>
              </a:spcBef>
              <a:spcAft>
                <a:spcPts val="400"/>
              </a:spcAft>
            </a:pPr>
            <a:r>
              <a:rPr sz="1500" b="0">
                <a:solidFill>
                  <a:srgbClr val="FFFFFF"/>
                </a:solidFill>
                <a:latin typeface="Arial"/>
              </a:rPr>
              <a:t>GC9A01 round color TFTs, socketed</a:t>
            </a:r>
          </a:p>
        </p:txBody>
      </p:sp>
      <p:sp>
        <p:nvSpPr>
          <p:cNvPr id="9" name="TextBox 8"/>
          <p:cNvSpPr txBox="1"/>
          <p:nvPr/>
        </p:nvSpPr>
        <p:spPr>
          <a:xfrm>
            <a:off x="6949440" y="3063239"/>
            <a:ext cx="4800600" cy="822960"/>
          </a:xfrm>
          <a:prstGeom prst="rect">
            <a:avLst/>
          </a:prstGeom>
          <a:noFill/>
        </p:spPr>
        <p:txBody>
          <a:bodyPr wrap="square" lIns="45720" rIns="45720" tIns="27432" bIns="27432" anchor="t">
            <a:spAutoFit/>
          </a:bodyPr>
          <a:lstStyle/>
          <a:p>
            <a:pPr algn="l">
              <a:spcBef>
                <a:spcPts val="0"/>
              </a:spcBef>
              <a:spcAft>
                <a:spcPts val="400"/>
              </a:spcAft>
            </a:pPr>
            <a:r>
              <a:rPr sz="1600" b="1">
                <a:solidFill>
                  <a:srgbClr val="FFC000"/>
                </a:solidFill>
                <a:latin typeface="Arial"/>
              </a:rPr>
              <a:t>Three buttons</a:t>
            </a:r>
          </a:p>
          <a:p>
            <a:pPr algn="l">
              <a:spcBef>
                <a:spcPts val="0"/>
              </a:spcBef>
              <a:spcAft>
                <a:spcPts val="400"/>
              </a:spcAft>
            </a:pPr>
            <a:r>
              <a:rPr sz="1500" b="0">
                <a:solidFill>
                  <a:srgbClr val="FFFFFF"/>
                </a:solidFill>
                <a:latin typeface="Arial"/>
              </a:rPr>
              <a:t>pages, clock face, wake</a:t>
            </a:r>
          </a:p>
        </p:txBody>
      </p:sp>
      <p:sp>
        <p:nvSpPr>
          <p:cNvPr id="10" name="TextBox 9"/>
          <p:cNvSpPr txBox="1"/>
          <p:nvPr/>
        </p:nvSpPr>
        <p:spPr>
          <a:xfrm>
            <a:off x="6949440" y="3931920"/>
            <a:ext cx="4800600" cy="822960"/>
          </a:xfrm>
          <a:prstGeom prst="rect">
            <a:avLst/>
          </a:prstGeom>
          <a:noFill/>
        </p:spPr>
        <p:txBody>
          <a:bodyPr wrap="square" lIns="45720" rIns="45720" tIns="27432" bIns="27432" anchor="t">
            <a:spAutoFit/>
          </a:bodyPr>
          <a:lstStyle/>
          <a:p>
            <a:pPr algn="l">
              <a:spcBef>
                <a:spcPts val="0"/>
              </a:spcBef>
              <a:spcAft>
                <a:spcPts val="400"/>
              </a:spcAft>
            </a:pPr>
            <a:r>
              <a:rPr sz="1600" b="1">
                <a:solidFill>
                  <a:srgbClr val="FFC000"/>
                </a:solidFill>
                <a:latin typeface="Arial"/>
              </a:rPr>
              <a:t>USB-C</a:t>
            </a:r>
          </a:p>
          <a:p>
            <a:pPr algn="l">
              <a:spcBef>
                <a:spcPts val="0"/>
              </a:spcBef>
              <a:spcAft>
                <a:spcPts val="400"/>
              </a:spcAft>
            </a:pPr>
            <a:r>
              <a:rPr sz="1500" b="0">
                <a:solidFill>
                  <a:srgbClr val="FFFFFF"/>
                </a:solidFill>
                <a:latin typeface="Arial"/>
              </a:rPr>
              <a:t>power and the first firmware load</a:t>
            </a:r>
          </a:p>
        </p:txBody>
      </p:sp>
      <p:sp>
        <p:nvSpPr>
          <p:cNvPr id="11" name="TextBox 10"/>
          <p:cNvSpPr txBox="1"/>
          <p:nvPr/>
        </p:nvSpPr>
        <p:spPr>
          <a:xfrm>
            <a:off x="6949440" y="4800600"/>
            <a:ext cx="4800600" cy="822960"/>
          </a:xfrm>
          <a:prstGeom prst="rect">
            <a:avLst/>
          </a:prstGeom>
          <a:noFill/>
        </p:spPr>
        <p:txBody>
          <a:bodyPr wrap="square" lIns="45720" rIns="45720" tIns="27432" bIns="27432" anchor="t">
            <a:spAutoFit/>
          </a:bodyPr>
          <a:lstStyle/>
          <a:p>
            <a:pPr algn="l">
              <a:spcBef>
                <a:spcPts val="0"/>
              </a:spcBef>
              <a:spcAft>
                <a:spcPts val="400"/>
              </a:spcAft>
            </a:pPr>
            <a:r>
              <a:rPr sz="1600" b="1">
                <a:solidFill>
                  <a:srgbClr val="FFC000"/>
                </a:solidFill>
                <a:latin typeface="Arial"/>
              </a:rPr>
              <a:t>Under 2 W</a:t>
            </a:r>
          </a:p>
          <a:p>
            <a:pPr algn="l">
              <a:spcBef>
                <a:spcPts val="0"/>
              </a:spcBef>
              <a:spcAft>
                <a:spcPts val="400"/>
              </a:spcAft>
            </a:pPr>
            <a:r>
              <a:rPr sz="1500" b="0">
                <a:solidFill>
                  <a:srgbClr val="FFFFFF"/>
                </a:solidFill>
                <a:latin typeface="Arial"/>
              </a:rPr>
              <a:t>1.7 W measured at 5 V</a:t>
            </a:r>
          </a:p>
        </p:txBody>
      </p:sp>
      <p:sp>
        <p:nvSpPr>
          <p:cNvPr id="12" name="TextBox 11"/>
          <p:cNvSpPr txBox="1"/>
          <p:nvPr/>
        </p:nvSpPr>
        <p:spPr>
          <a:xfrm>
            <a:off x="6949440" y="5760720"/>
            <a:ext cx="4800600" cy="731520"/>
          </a:xfrm>
          <a:prstGeom prst="rect">
            <a:avLst/>
          </a:prstGeom>
          <a:noFill/>
        </p:spPr>
        <p:txBody>
          <a:bodyPr wrap="square" lIns="45720" rIns="45720" tIns="27432" bIns="27432" anchor="t">
            <a:spAutoFit/>
          </a:bodyPr>
          <a:lstStyle/>
          <a:p>
            <a:pPr algn="l">
              <a:spcBef>
                <a:spcPts val="0"/>
              </a:spcBef>
              <a:spcAft>
                <a:spcPts val="400"/>
              </a:spcAft>
            </a:pPr>
            <a:r>
              <a:rPr sz="1400" b="1">
                <a:solidFill>
                  <a:srgbClr val="FFC000"/>
                </a:solidFill>
                <a:latin typeface="Arial"/>
              </a:rPr>
              <a:t>Board by Yang and Scott</a:t>
            </a:r>
          </a:p>
          <a:p>
            <a:pPr algn="l">
              <a:spcBef>
                <a:spcPts val="0"/>
              </a:spcBef>
              <a:spcAft>
                <a:spcPts val="400"/>
              </a:spcAft>
            </a:pPr>
            <a:r>
              <a:rPr sz="1400" b="0">
                <a:solidFill>
                  <a:srgbClr val="FFFFFF"/>
                </a:solidFill>
                <a:latin typeface="Arial"/>
              </a:rPr>
              <a:t>made by JLCPCB   ·   every file on GitHub</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the displays run on 5 V</a:t>
            </a:r>
          </a:p>
        </p:txBody>
      </p:sp>
      <p:pic>
        <p:nvPicPr>
          <p:cNvPr id="3" name="Picture 2" descr="module-2026-10-17.jpg"/>
          <p:cNvPicPr>
            <a:picLocks noChangeAspect="1"/>
          </p:cNvPicPr>
          <p:nvPr/>
        </p:nvPicPr>
        <p:blipFill>
          <a:blip r:embed="rId2"/>
          <a:stretch>
            <a:fillRect/>
          </a:stretch>
        </p:blipFill>
        <p:spPr>
          <a:xfrm>
            <a:off x="548640" y="1417320"/>
            <a:ext cx="3086100" cy="4114800"/>
          </a:xfrm>
          <a:prstGeom prst="rect">
            <a:avLst/>
          </a:prstGeom>
          <a:ln w="12700">
            <a:solidFill>
              <a:srgbClr val="5B9BD5"/>
            </a:solidFill>
          </a:ln>
        </p:spPr>
      </p:pic>
      <p:pic>
        <p:nvPicPr>
          <p:cNvPr id="4" name="Picture 3" descr="display-back-2026-10-17.jpg"/>
          <p:cNvPicPr>
            <a:picLocks noChangeAspect="1"/>
          </p:cNvPicPr>
          <p:nvPr/>
        </p:nvPicPr>
        <p:blipFill>
          <a:blip r:embed="rId3"/>
          <a:stretch>
            <a:fillRect/>
          </a:stretch>
        </p:blipFill>
        <p:spPr>
          <a:xfrm>
            <a:off x="3840480" y="1417320"/>
            <a:ext cx="3086100" cy="4114800"/>
          </a:xfrm>
          <a:prstGeom prst="rect">
            <a:avLst/>
          </a:prstGeom>
          <a:ln w="12700">
            <a:solidFill>
              <a:srgbClr val="5B9BD5"/>
            </a:solidFill>
          </a:ln>
        </p:spPr>
      </p:pic>
      <p:sp>
        <p:nvSpPr>
          <p:cNvPr id="5" name="TextBox 4"/>
          <p:cNvSpPr txBox="1"/>
          <p:nvPr/>
        </p:nvSpPr>
        <p:spPr>
          <a:xfrm>
            <a:off x="548640" y="5577840"/>
            <a:ext cx="3108960" cy="548640"/>
          </a:xfrm>
          <a:prstGeom prst="rect">
            <a:avLst/>
          </a:prstGeom>
          <a:noFill/>
        </p:spPr>
        <p:txBody>
          <a:bodyPr wrap="square" lIns="45720" rIns="45720" tIns="27432" bIns="27432" anchor="t">
            <a:spAutoFit/>
          </a:bodyPr>
          <a:lstStyle/>
          <a:p>
            <a:pPr algn="l">
              <a:spcBef>
                <a:spcPts val="0"/>
              </a:spcBef>
              <a:spcAft>
                <a:spcPts val="400"/>
              </a:spcAft>
            </a:pPr>
            <a:r>
              <a:rPr sz="1300" b="1">
                <a:solidFill>
                  <a:srgbClr val="FFC000"/>
                </a:solidFill>
                <a:latin typeface="Arial"/>
              </a:rPr>
              <a:t>The ESP32 module, hottest point</a:t>
            </a:r>
          </a:p>
        </p:txBody>
      </p:sp>
      <p:sp>
        <p:nvSpPr>
          <p:cNvPr id="6" name="TextBox 5"/>
          <p:cNvSpPr txBox="1"/>
          <p:nvPr/>
        </p:nvSpPr>
        <p:spPr>
          <a:xfrm>
            <a:off x="3840480" y="5577840"/>
            <a:ext cx="3108960" cy="548640"/>
          </a:xfrm>
          <a:prstGeom prst="rect">
            <a:avLst/>
          </a:prstGeom>
          <a:noFill/>
        </p:spPr>
        <p:txBody>
          <a:bodyPr wrap="square" lIns="45720" rIns="45720" tIns="27432" bIns="27432" anchor="t">
            <a:spAutoFit/>
          </a:bodyPr>
          <a:lstStyle/>
          <a:p>
            <a:pPr algn="l">
              <a:spcBef>
                <a:spcPts val="0"/>
              </a:spcBef>
              <a:spcAft>
                <a:spcPts val="400"/>
              </a:spcAft>
            </a:pPr>
            <a:r>
              <a:rPr sz="1300" b="1">
                <a:solidFill>
                  <a:srgbClr val="FFC000"/>
                </a:solidFill>
                <a:latin typeface="Arial"/>
              </a:rPr>
              <a:t>The backs of three displays</a:t>
            </a:r>
          </a:p>
        </p:txBody>
      </p:sp>
      <p:sp>
        <p:nvSpPr>
          <p:cNvPr id="7" name="TextBox 6"/>
          <p:cNvSpPr txBox="1"/>
          <p:nvPr/>
        </p:nvSpPr>
        <p:spPr>
          <a:xfrm>
            <a:off x="7315200" y="1371600"/>
            <a:ext cx="4434840" cy="1143000"/>
          </a:xfrm>
          <a:prstGeom prst="rect">
            <a:avLst/>
          </a:prstGeom>
          <a:noFill/>
        </p:spPr>
        <p:txBody>
          <a:bodyPr wrap="square" lIns="45720" rIns="45720" tIns="27432" bIns="27432" anchor="t">
            <a:spAutoFit/>
          </a:bodyPr>
          <a:lstStyle/>
          <a:p>
            <a:pPr algn="l">
              <a:spcBef>
                <a:spcPts val="0"/>
              </a:spcBef>
              <a:spcAft>
                <a:spcPts val="400"/>
              </a:spcAft>
            </a:pPr>
            <a:r>
              <a:rPr sz="3600" b="1">
                <a:solidFill>
                  <a:srgbClr val="FFC000"/>
                </a:solidFill>
                <a:latin typeface="Arial"/>
              </a:rPr>
              <a:t>✔  43.6 °C</a:t>
            </a:r>
          </a:p>
          <a:p>
            <a:pPr algn="l">
              <a:spcBef>
                <a:spcPts val="0"/>
              </a:spcBef>
              <a:spcAft>
                <a:spcPts val="400"/>
              </a:spcAft>
            </a:pPr>
            <a:r>
              <a:rPr sz="1400" b="0">
                <a:solidFill>
                  <a:srgbClr val="FFFFFF"/>
                </a:solidFill>
                <a:latin typeface="Arial"/>
              </a:rPr>
              <a:t>our module, after hours of running</a:t>
            </a:r>
          </a:p>
        </p:txBody>
      </p:sp>
      <p:sp>
        <p:nvSpPr>
          <p:cNvPr id="8" name="TextBox 7"/>
          <p:cNvSpPr txBox="1"/>
          <p:nvPr/>
        </p:nvSpPr>
        <p:spPr>
          <a:xfrm>
            <a:off x="7315200" y="2560320"/>
            <a:ext cx="4434840" cy="1143000"/>
          </a:xfrm>
          <a:prstGeom prst="rect">
            <a:avLst/>
          </a:prstGeom>
          <a:noFill/>
        </p:spPr>
        <p:txBody>
          <a:bodyPr wrap="square" lIns="45720" rIns="45720" tIns="27432" bIns="27432" anchor="t">
            <a:spAutoFit/>
          </a:bodyPr>
          <a:lstStyle/>
          <a:p>
            <a:pPr algn="l">
              <a:spcBef>
                <a:spcPts val="0"/>
              </a:spcBef>
              <a:spcAft>
                <a:spcPts val="400"/>
              </a:spcAft>
            </a:pPr>
            <a:r>
              <a:rPr sz="3600" b="1">
                <a:solidFill>
                  <a:srgbClr val="FFC000"/>
                </a:solidFill>
                <a:latin typeface="Arial"/>
              </a:rPr>
              <a:t>✔  37.9 °C</a:t>
            </a:r>
          </a:p>
          <a:p>
            <a:pPr algn="l">
              <a:spcBef>
                <a:spcPts val="0"/>
              </a:spcBef>
              <a:spcAft>
                <a:spcPts val="400"/>
              </a:spcAft>
            </a:pPr>
            <a:r>
              <a:rPr sz="1400" b="0">
                <a:solidFill>
                  <a:srgbClr val="FFFFFF"/>
                </a:solidFill>
                <a:latin typeface="Arial"/>
              </a:rPr>
              <a:t>our display backs</a:t>
            </a:r>
          </a:p>
        </p:txBody>
      </p:sp>
      <p:sp>
        <p:nvSpPr>
          <p:cNvPr id="9" name="TextBox 8"/>
          <p:cNvSpPr txBox="1"/>
          <p:nvPr/>
        </p:nvSpPr>
        <p:spPr>
          <a:xfrm>
            <a:off x="7315200" y="3749039"/>
            <a:ext cx="4434840" cy="1143000"/>
          </a:xfrm>
          <a:prstGeom prst="rect">
            <a:avLst/>
          </a:prstGeom>
          <a:noFill/>
        </p:spPr>
        <p:txBody>
          <a:bodyPr wrap="square" lIns="45720" rIns="45720" tIns="27432" bIns="27432" anchor="t">
            <a:spAutoFit/>
          </a:bodyPr>
          <a:lstStyle/>
          <a:p>
            <a:pPr algn="l">
              <a:spcBef>
                <a:spcPts val="0"/>
              </a:spcBef>
              <a:spcAft>
                <a:spcPts val="400"/>
              </a:spcAft>
            </a:pPr>
            <a:r>
              <a:rPr sz="3600" b="1">
                <a:solidFill>
                  <a:srgbClr val="BFC7D5"/>
                </a:solidFill>
                <a:latin typeface="Arial"/>
              </a:rPr>
              <a:t>✖  82 °C</a:t>
            </a:r>
          </a:p>
          <a:p>
            <a:pPr algn="l">
              <a:spcBef>
                <a:spcPts val="0"/>
              </a:spcBef>
              <a:spcAft>
                <a:spcPts val="400"/>
              </a:spcAft>
            </a:pPr>
            <a:r>
              <a:rPr sz="1400" b="0">
                <a:solidFill>
                  <a:srgbClr val="FFFFFF"/>
                </a:solidFill>
                <a:latin typeface="Arial"/>
              </a:rPr>
              <a:t>the kit’s module: “too hot to touch”, a builder’s report</a:t>
            </a:r>
          </a:p>
        </p:txBody>
      </p:sp>
      <p:sp>
        <p:nvSpPr>
          <p:cNvPr id="10" name="TextBox 9"/>
          <p:cNvSpPr txBox="1"/>
          <p:nvPr/>
        </p:nvSpPr>
        <p:spPr>
          <a:xfrm>
            <a:off x="7315200" y="4983480"/>
            <a:ext cx="4434840" cy="1188720"/>
          </a:xfrm>
          <a:prstGeom prst="rect">
            <a:avLst/>
          </a:prstGeom>
          <a:noFill/>
        </p:spPr>
        <p:txBody>
          <a:bodyPr wrap="square" lIns="45720" rIns="45720" tIns="27432" bIns="27432" anchor="t">
            <a:spAutoFit/>
          </a:bodyPr>
          <a:lstStyle/>
          <a:p>
            <a:pPr algn="l">
              <a:spcBef>
                <a:spcPts val="0"/>
              </a:spcBef>
              <a:spcAft>
                <a:spcPts val="400"/>
              </a:spcAft>
            </a:pPr>
            <a:r>
              <a:rPr sz="1500" b="0">
                <a:solidFill>
                  <a:srgbClr val="FFFFFF"/>
                </a:solidFill>
                <a:latin typeface="Arial"/>
              </a:rPr>
              <a:t>On the kit every display ran off the ESP’s regulator. Here each display has its own 5 V feed, so they carry their own share and stay warm, not hot.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Setting it up from your phone</a:t>
            </a:r>
          </a:p>
        </p:txBody>
      </p:sp>
      <p:pic>
        <p:nvPicPr>
          <p:cNvPr id="3" name="Picture 2" descr="panel-rotation-clock.png"/>
          <p:cNvPicPr>
            <a:picLocks noChangeAspect="1"/>
          </p:cNvPicPr>
          <p:nvPr/>
        </p:nvPicPr>
        <p:blipFill>
          <a:blip r:embed="rId2"/>
          <a:stretch>
            <a:fillRect/>
          </a:stretch>
        </p:blipFill>
        <p:spPr>
          <a:xfrm>
            <a:off x="548640" y="1417320"/>
            <a:ext cx="3336757" cy="4754880"/>
          </a:xfrm>
          <a:prstGeom prst="rect">
            <a:avLst/>
          </a:prstGeom>
          <a:ln w="12700">
            <a:solidFill>
              <a:srgbClr val="5B9BD5"/>
            </a:solidFill>
          </a:ln>
        </p:spPr>
      </p:pic>
      <p:pic>
        <p:nvPicPr>
          <p:cNvPr id="4" name="Picture 3" descr="panel-dim-off.png"/>
          <p:cNvPicPr>
            <a:picLocks noChangeAspect="1"/>
          </p:cNvPicPr>
          <p:nvPr/>
        </p:nvPicPr>
        <p:blipFill>
          <a:blip r:embed="rId3"/>
          <a:stretch>
            <a:fillRect/>
          </a:stretch>
        </p:blipFill>
        <p:spPr>
          <a:xfrm>
            <a:off x="4114800" y="1417320"/>
            <a:ext cx="3359888" cy="3611880"/>
          </a:xfrm>
          <a:prstGeom prst="rect">
            <a:avLst/>
          </a:prstGeom>
          <a:ln w="12700">
            <a:solidFill>
              <a:srgbClr val="5B9BD5"/>
            </a:solidFill>
          </a:ln>
        </p:spPr>
      </p:pic>
      <p:sp>
        <p:nvSpPr>
          <p:cNvPr id="5" name="TextBox 4"/>
          <p:cNvSpPr txBox="1"/>
          <p:nvPr/>
        </p:nvSpPr>
        <p:spPr>
          <a:xfrm>
            <a:off x="548640" y="6199632"/>
            <a:ext cx="3383280" cy="274320"/>
          </a:xfrm>
          <a:prstGeom prst="rect">
            <a:avLst/>
          </a:prstGeom>
          <a:noFill/>
        </p:spPr>
        <p:txBody>
          <a:bodyPr wrap="square" lIns="45720" rIns="45720" tIns="27432" bIns="27432" anchor="t">
            <a:spAutoFit/>
          </a:bodyPr>
          <a:lstStyle/>
          <a:p>
            <a:pPr algn="l">
              <a:spcBef>
                <a:spcPts val="0"/>
              </a:spcBef>
              <a:spcAft>
                <a:spcPts val="400"/>
              </a:spcAft>
            </a:pPr>
            <a:r>
              <a:rPr sz="1200" b="1">
                <a:solidFill>
                  <a:srgbClr val="FFC000"/>
                </a:solidFill>
                <a:latin typeface="Arial"/>
              </a:rPr>
              <a:t>Pages and clock</a:t>
            </a:r>
          </a:p>
        </p:txBody>
      </p:sp>
      <p:sp>
        <p:nvSpPr>
          <p:cNvPr id="6" name="TextBox 5"/>
          <p:cNvSpPr txBox="1"/>
          <p:nvPr/>
        </p:nvSpPr>
        <p:spPr>
          <a:xfrm>
            <a:off x="4114800" y="5047488"/>
            <a:ext cx="3383280" cy="274320"/>
          </a:xfrm>
          <a:prstGeom prst="rect">
            <a:avLst/>
          </a:prstGeom>
          <a:noFill/>
        </p:spPr>
        <p:txBody>
          <a:bodyPr wrap="square" lIns="45720" rIns="45720" tIns="27432" bIns="27432" anchor="t">
            <a:spAutoFit/>
          </a:bodyPr>
          <a:lstStyle/>
          <a:p>
            <a:pPr algn="l">
              <a:spcBef>
                <a:spcPts val="0"/>
              </a:spcBef>
              <a:spcAft>
                <a:spcPts val="400"/>
              </a:spcAft>
            </a:pPr>
            <a:r>
              <a:rPr sz="1200" b="1">
                <a:solidFill>
                  <a:srgbClr val="FFC000"/>
                </a:solidFill>
                <a:latin typeface="Arial"/>
              </a:rPr>
              <a:t>Dim and screens-off times</a:t>
            </a:r>
          </a:p>
        </p:txBody>
      </p:sp>
      <p:pic>
        <p:nvPicPr>
          <p:cNvPr id="7" name="Picture 6" descr="panel-startup.png"/>
          <p:cNvPicPr>
            <a:picLocks noChangeAspect="1"/>
          </p:cNvPicPr>
          <p:nvPr/>
        </p:nvPicPr>
        <p:blipFill>
          <a:blip r:embed="rId4"/>
          <a:stretch>
            <a:fillRect/>
          </a:stretch>
        </p:blipFill>
        <p:spPr>
          <a:xfrm>
            <a:off x="7726679" y="1417320"/>
            <a:ext cx="4023360" cy="2145792"/>
          </a:xfrm>
          <a:prstGeom prst="rect">
            <a:avLst/>
          </a:prstGeom>
          <a:ln w="12700">
            <a:solidFill>
              <a:srgbClr val="5B9BD5"/>
            </a:solidFill>
          </a:ln>
        </p:spPr>
      </p:pic>
      <p:sp>
        <p:nvSpPr>
          <p:cNvPr id="8" name="TextBox 7"/>
          <p:cNvSpPr txBox="1"/>
          <p:nvPr/>
        </p:nvSpPr>
        <p:spPr>
          <a:xfrm>
            <a:off x="7726679" y="3599688"/>
            <a:ext cx="4023360" cy="274320"/>
          </a:xfrm>
          <a:prstGeom prst="rect">
            <a:avLst/>
          </a:prstGeom>
          <a:noFill/>
        </p:spPr>
        <p:txBody>
          <a:bodyPr wrap="square" lIns="45720" rIns="45720" tIns="27432" bIns="27432" anchor="t">
            <a:spAutoFit/>
          </a:bodyPr>
          <a:lstStyle/>
          <a:p>
            <a:pPr algn="l">
              <a:spcBef>
                <a:spcPts val="0"/>
              </a:spcBef>
              <a:spcAft>
                <a:spcPts val="400"/>
              </a:spcAft>
            </a:pPr>
            <a:r>
              <a:rPr sz="1200" b="1">
                <a:solidFill>
                  <a:srgbClr val="FFC000"/>
                </a:solidFill>
                <a:latin typeface="Arial"/>
              </a:rPr>
              <a:t>Your own start-up picture</a:t>
            </a:r>
          </a:p>
        </p:txBody>
      </p:sp>
      <p:sp>
        <p:nvSpPr>
          <p:cNvPr id="9" name="TextBox 8"/>
          <p:cNvSpPr txBox="1"/>
          <p:nvPr/>
        </p:nvSpPr>
        <p:spPr>
          <a:xfrm>
            <a:off x="7726679" y="3974592"/>
            <a:ext cx="4023360" cy="2103120"/>
          </a:xfrm>
          <a:prstGeom prst="rect">
            <a:avLst/>
          </a:prstGeom>
          <a:noFill/>
        </p:spPr>
        <p:txBody>
          <a:bodyPr wrap="square" lIns="45720" rIns="45720" tIns="27432" bIns="27432" anchor="t">
            <a:spAutoFit/>
          </a:bodyPr>
          <a:lstStyle/>
          <a:p>
            <a:pPr algn="l">
              <a:spcBef>
                <a:spcPts val="0"/>
              </a:spcBef>
              <a:spcAft>
                <a:spcPts val="400"/>
              </a:spcAft>
            </a:pPr>
            <a:r>
              <a:rPr sz="1400" b="0">
                <a:solidFill>
                  <a:srgbClr val="FFFFFF"/>
                </a:solidFill>
                <a:latin typeface="Arial"/>
              </a:rPr>
              <a:t>Tick the pages you want; untick the rest</a:t>
            </a:r>
          </a:p>
          <a:p>
            <a:pPr algn="l">
              <a:spcBef>
                <a:spcPts val="0"/>
              </a:spcBef>
              <a:spcAft>
                <a:spcPts val="400"/>
              </a:spcAft>
            </a:pPr>
            <a:r>
              <a:rPr sz="1400" b="0">
                <a:solidFill>
                  <a:srgbClr val="FFFFFF"/>
                </a:solidFill>
                <a:latin typeface="Arial"/>
              </a:rPr>
              <a:t>Your town, tickers, time zone, colors</a:t>
            </a:r>
          </a:p>
          <a:p>
            <a:pPr algn="l">
              <a:spcBef>
                <a:spcPts val="0"/>
              </a:spcBef>
              <a:spcAft>
                <a:spcPts val="400"/>
              </a:spcAft>
            </a:pPr>
            <a:r>
              <a:rPr sz="1400" b="0">
                <a:solidFill>
                  <a:srgbClr val="FFFFFF"/>
                </a:solidFill>
                <a:latin typeface="Arial"/>
              </a:rPr>
              <a:t>Dims in the evening, screens off at bedtime; any button wakes it</a:t>
            </a:r>
          </a:p>
          <a:p>
            <a:pPr algn="l">
              <a:spcBef>
                <a:spcPts val="0"/>
              </a:spcBef>
              <a:spcAft>
                <a:spcPts val="400"/>
              </a:spcAft>
            </a:pPr>
            <a:r>
              <a:rPr sz="1400" b="0">
                <a:solidFill>
                  <a:srgbClr val="FFFFFF"/>
                </a:solidFill>
                <a:latin typeface="Arial"/>
              </a:rPr>
              <a:t>Firmware loads once over USB, then updates over Wi-Fi from this page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What’s next</a:t>
            </a:r>
          </a:p>
        </p:txBody>
      </p:sp>
      <p:pic>
        <p:nvPicPr>
          <p:cNvPr id="3" name="Picture 2" descr="b24-back-crop.png"/>
          <p:cNvPicPr>
            <a:picLocks noChangeAspect="1"/>
          </p:cNvPicPr>
          <p:nvPr/>
        </p:nvPicPr>
        <p:blipFill>
          <a:blip r:embed="rId2"/>
          <a:stretch>
            <a:fillRect/>
          </a:stretch>
        </p:blipFill>
        <p:spPr>
          <a:xfrm>
            <a:off x="548640" y="1371600"/>
            <a:ext cx="6766560" cy="2291340"/>
          </a:xfrm>
          <a:prstGeom prst="rect">
            <a:avLst/>
          </a:prstGeom>
        </p:spPr>
      </p:pic>
      <p:sp>
        <p:nvSpPr>
          <p:cNvPr id="4" name="TextBox 3"/>
          <p:cNvSpPr txBox="1"/>
          <p:nvPr/>
        </p:nvSpPr>
        <p:spPr>
          <a:xfrm>
            <a:off x="7589520" y="1463040"/>
            <a:ext cx="4160520" cy="2011680"/>
          </a:xfrm>
          <a:prstGeom prst="rect">
            <a:avLst/>
          </a:prstGeom>
          <a:noFill/>
        </p:spPr>
        <p:txBody>
          <a:bodyPr wrap="square" lIns="45720" rIns="45720" tIns="27432" bIns="27432" anchor="t">
            <a:spAutoFit/>
          </a:bodyPr>
          <a:lstStyle/>
          <a:p>
            <a:pPr algn="l">
              <a:spcBef>
                <a:spcPts val="0"/>
              </a:spcBef>
              <a:spcAft>
                <a:spcPts val="400"/>
              </a:spcAft>
            </a:pPr>
            <a:r>
              <a:rPr sz="2000" b="1">
                <a:solidFill>
                  <a:srgbClr val="FFC000"/>
                </a:solidFill>
                <a:latin typeface="Arial"/>
              </a:rPr>
              <a:t>✔  Board rev 2.4: design locked</a:t>
            </a:r>
          </a:p>
          <a:p>
            <a:pPr algn="l">
              <a:spcBef>
                <a:spcPts val="0"/>
              </a:spcBef>
              <a:spcAft>
                <a:spcPts val="400"/>
              </a:spcAft>
            </a:pPr>
            <a:r>
              <a:rPr sz="1500" b="0">
                <a:solidFill>
                  <a:srgbClr val="FFFFFF"/>
                </a:solidFill>
                <a:latin typeface="Arial"/>
              </a:rPr>
              <a:t>XIAO ESP32-S3 or S3 Plus, 46 mm display pitch to match the enclosure, buttons on top. This is the board the club builds.</a:t>
            </a:r>
          </a:p>
        </p:txBody>
      </p:sp>
      <p:pic>
        <p:nvPicPr>
          <p:cNvPr id="5" name="Picture 4" descr="enclosure-concept.png"/>
          <p:cNvPicPr>
            <a:picLocks noChangeAspect="1"/>
          </p:cNvPicPr>
          <p:nvPr/>
        </p:nvPicPr>
        <p:blipFill>
          <a:blip r:embed="rId3"/>
          <a:stretch>
            <a:fillRect/>
          </a:stretch>
        </p:blipFill>
        <p:spPr>
          <a:xfrm>
            <a:off x="548640" y="3749039"/>
            <a:ext cx="6766560" cy="2120071"/>
          </a:xfrm>
          <a:prstGeom prst="rect">
            <a:avLst/>
          </a:prstGeom>
          <a:ln w="12700">
            <a:solidFill>
              <a:srgbClr val="5B9BD5"/>
            </a:solidFill>
          </a:ln>
        </p:spPr>
      </p:pic>
      <p:sp>
        <p:nvSpPr>
          <p:cNvPr id="6" name="TextBox 5"/>
          <p:cNvSpPr txBox="1"/>
          <p:nvPr/>
        </p:nvSpPr>
        <p:spPr>
          <a:xfrm>
            <a:off x="7589520" y="3840480"/>
            <a:ext cx="4160520" cy="2286000"/>
          </a:xfrm>
          <a:prstGeom prst="rect">
            <a:avLst/>
          </a:prstGeom>
          <a:noFill/>
        </p:spPr>
        <p:txBody>
          <a:bodyPr wrap="square" lIns="45720" rIns="45720" tIns="27432" bIns="27432" anchor="t">
            <a:spAutoFit/>
          </a:bodyPr>
          <a:lstStyle/>
          <a:p>
            <a:pPr algn="l">
              <a:spcBef>
                <a:spcPts val="0"/>
              </a:spcBef>
              <a:spcAft>
                <a:spcPts val="400"/>
              </a:spcAft>
            </a:pPr>
            <a:r>
              <a:rPr sz="2000" b="1">
                <a:solidFill>
                  <a:srgbClr val="FFC000"/>
                </a:solidFill>
                <a:latin typeface="Arial"/>
              </a:rPr>
              <a:t>○  Enclosure: a concept</a:t>
            </a:r>
          </a:p>
          <a:p>
            <a:pPr algn="l">
              <a:spcBef>
                <a:spcPts val="0"/>
              </a:spcBef>
              <a:spcAft>
                <a:spcPts val="400"/>
              </a:spcAft>
            </a:pPr>
            <a:r>
              <a:rPr sz="1500" b="0">
                <a:solidFill>
                  <a:srgbClr val="FFFFFF"/>
                </a:solidFill>
                <a:latin typeface="Arial"/>
              </a:rPr>
              <a:t>“Winged Speedster”: brass rings around each screen, finned end caps, all 3D printed. Still a design.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club build</a:t>
            </a:r>
          </a:p>
        </p:txBody>
      </p:sp>
      <p:sp>
        <p:nvSpPr>
          <p:cNvPr id="3" name="TextBox 2"/>
          <p:cNvSpPr txBox="1"/>
          <p:nvPr/>
        </p:nvSpPr>
        <p:spPr>
          <a:xfrm>
            <a:off x="548640" y="1463040"/>
            <a:ext cx="6309360" cy="1005840"/>
          </a:xfrm>
          <a:prstGeom prst="rect">
            <a:avLst/>
          </a:prstGeom>
          <a:noFill/>
        </p:spPr>
        <p:txBody>
          <a:bodyPr wrap="square" lIns="45720" rIns="45720" tIns="27432" bIns="27432" anchor="t">
            <a:spAutoFit/>
          </a:bodyPr>
          <a:lstStyle/>
          <a:p>
            <a:pPr algn="l">
              <a:spcBef>
                <a:spcPts val="0"/>
              </a:spcBef>
              <a:spcAft>
                <a:spcPts val="400"/>
              </a:spcAft>
            </a:pPr>
            <a:r>
              <a:rPr sz="2000" b="1">
                <a:solidFill>
                  <a:srgbClr val="FFC000"/>
                </a:solidFill>
                <a:latin typeface="Arial"/>
              </a:rPr>
              <a:t>1  Get the parts</a:t>
            </a:r>
          </a:p>
          <a:p>
            <a:pPr algn="l">
              <a:spcBef>
                <a:spcPts val="0"/>
              </a:spcBef>
              <a:spcAft>
                <a:spcPts val="400"/>
              </a:spcAft>
            </a:pPr>
            <a:r>
              <a:rPr sz="1500" b="0">
                <a:solidFill>
                  <a:srgbClr val="FFFFFF"/>
                </a:solidFill>
                <a:latin typeface="Arial"/>
              </a:rPr>
              <a:t>Board, XIAO ESP32-S3 or S3 Plus, five displays, sockets, buttons, a USB-C cable.</a:t>
            </a:r>
          </a:p>
        </p:txBody>
      </p:sp>
      <p:sp>
        <p:nvSpPr>
          <p:cNvPr id="4" name="TextBox 3"/>
          <p:cNvSpPr txBox="1"/>
          <p:nvPr/>
        </p:nvSpPr>
        <p:spPr>
          <a:xfrm>
            <a:off x="548640" y="2514600"/>
            <a:ext cx="6309360" cy="1005840"/>
          </a:xfrm>
          <a:prstGeom prst="rect">
            <a:avLst/>
          </a:prstGeom>
          <a:noFill/>
        </p:spPr>
        <p:txBody>
          <a:bodyPr wrap="square" lIns="45720" rIns="45720" tIns="27432" bIns="27432" anchor="t">
            <a:spAutoFit/>
          </a:bodyPr>
          <a:lstStyle/>
          <a:p>
            <a:pPr algn="l">
              <a:spcBef>
                <a:spcPts val="0"/>
              </a:spcBef>
              <a:spcAft>
                <a:spcPts val="400"/>
              </a:spcAft>
            </a:pPr>
            <a:r>
              <a:rPr sz="2000" b="1">
                <a:solidFill>
                  <a:srgbClr val="FFC000"/>
                </a:solidFill>
                <a:latin typeface="Arial"/>
              </a:rPr>
              <a:t>2  Build night</a:t>
            </a:r>
          </a:p>
          <a:p>
            <a:pPr algn="l">
              <a:spcBef>
                <a:spcPts val="0"/>
              </a:spcBef>
              <a:spcAft>
                <a:spcPts val="400"/>
              </a:spcAft>
            </a:pPr>
            <a:r>
              <a:rPr sz="1500" b="0">
                <a:solidFill>
                  <a:srgbClr val="FFFFFF"/>
                </a:solidFill>
                <a:latin typeface="Arial"/>
              </a:rPr>
              <a:t>Sockets and headers only: through-hole soldering, one evening.</a:t>
            </a:r>
          </a:p>
        </p:txBody>
      </p:sp>
      <p:sp>
        <p:nvSpPr>
          <p:cNvPr id="5" name="TextBox 4"/>
          <p:cNvSpPr txBox="1"/>
          <p:nvPr/>
        </p:nvSpPr>
        <p:spPr>
          <a:xfrm>
            <a:off x="548640" y="3566160"/>
            <a:ext cx="6309360" cy="1005840"/>
          </a:xfrm>
          <a:prstGeom prst="rect">
            <a:avLst/>
          </a:prstGeom>
          <a:noFill/>
        </p:spPr>
        <p:txBody>
          <a:bodyPr wrap="square" lIns="45720" rIns="45720" tIns="27432" bIns="27432" anchor="t">
            <a:spAutoFit/>
          </a:bodyPr>
          <a:lstStyle/>
          <a:p>
            <a:pPr algn="l">
              <a:spcBef>
                <a:spcPts val="0"/>
              </a:spcBef>
              <a:spcAft>
                <a:spcPts val="400"/>
              </a:spcAft>
            </a:pPr>
            <a:r>
              <a:rPr sz="2000" b="1">
                <a:solidFill>
                  <a:srgbClr val="FFC000"/>
                </a:solidFill>
                <a:latin typeface="Arial"/>
              </a:rPr>
              <a:t>3  Load the firmware</a:t>
            </a:r>
          </a:p>
          <a:p>
            <a:pPr algn="l">
              <a:spcBef>
                <a:spcPts val="0"/>
              </a:spcBef>
              <a:spcAft>
                <a:spcPts val="400"/>
              </a:spcAft>
            </a:pPr>
            <a:r>
              <a:rPr sz="1500" b="0">
                <a:solidFill>
                  <a:srgbClr val="FFFFFF"/>
                </a:solidFill>
                <a:latin typeface="Arial"/>
              </a:rPr>
              <a:t>Once, over USB. After that, updates from your phone.</a:t>
            </a:r>
          </a:p>
        </p:txBody>
      </p:sp>
      <p:sp>
        <p:nvSpPr>
          <p:cNvPr id="6" name="TextBox 5"/>
          <p:cNvSpPr txBox="1"/>
          <p:nvPr/>
        </p:nvSpPr>
        <p:spPr>
          <a:xfrm>
            <a:off x="548640" y="4617720"/>
            <a:ext cx="6309360" cy="1005840"/>
          </a:xfrm>
          <a:prstGeom prst="rect">
            <a:avLst/>
          </a:prstGeom>
          <a:noFill/>
        </p:spPr>
        <p:txBody>
          <a:bodyPr wrap="square" lIns="45720" rIns="45720" tIns="27432" bIns="27432" anchor="t">
            <a:spAutoFit/>
          </a:bodyPr>
          <a:lstStyle/>
          <a:p>
            <a:pPr algn="l">
              <a:spcBef>
                <a:spcPts val="0"/>
              </a:spcBef>
              <a:spcAft>
                <a:spcPts val="400"/>
              </a:spcAft>
            </a:pPr>
            <a:r>
              <a:rPr sz="2000" b="1">
                <a:solidFill>
                  <a:srgbClr val="FFC000"/>
                </a:solidFill>
                <a:latin typeface="Arial"/>
              </a:rPr>
              <a:t>4  Set it up</a:t>
            </a:r>
          </a:p>
          <a:p>
            <a:pPr algn="l">
              <a:spcBef>
                <a:spcPts val="0"/>
              </a:spcBef>
              <a:spcAft>
                <a:spcPts val="400"/>
              </a:spcAft>
            </a:pPr>
            <a:r>
              <a:rPr sz="1500" b="0">
                <a:solidFill>
                  <a:srgbClr val="FFFFFF"/>
                </a:solidFill>
                <a:latin typeface="Arial"/>
              </a:rPr>
              <a:t>Pick your pages on the settings page. No code.</a:t>
            </a:r>
          </a:p>
        </p:txBody>
      </p:sp>
      <p:sp>
        <p:nvSpPr>
          <p:cNvPr id="7" name="TextBox 6"/>
          <p:cNvSpPr txBox="1"/>
          <p:nvPr/>
        </p:nvSpPr>
        <p:spPr>
          <a:xfrm>
            <a:off x="548640" y="5715000"/>
            <a:ext cx="6309360" cy="457200"/>
          </a:xfrm>
          <a:prstGeom prst="rect">
            <a:avLst/>
          </a:prstGeom>
          <a:noFill/>
        </p:spPr>
        <p:txBody>
          <a:bodyPr wrap="square" lIns="45720" rIns="45720" tIns="27432" bIns="27432" anchor="t">
            <a:spAutoFit/>
          </a:bodyPr>
          <a:lstStyle/>
          <a:p>
            <a:pPr algn="l">
              <a:spcBef>
                <a:spcPts val="0"/>
              </a:spcBef>
              <a:spcAft>
                <a:spcPts val="400"/>
              </a:spcAft>
            </a:pPr>
            <a:r>
              <a:rPr sz="1800" b="1">
                <a:solidFill>
                  <a:srgbClr val="FFFFFF"/>
                </a:solidFill>
                <a:latin typeface="Arial"/>
              </a:rPr>
              <a:t>Starting in January. Say tonight if you want in.</a:t>
            </a:r>
          </a:p>
        </p:txBody>
      </p:sp>
      <p:pic>
        <p:nvPicPr>
          <p:cNvPr id="8" name="Picture 7" descr="boot-close-hand.jpg"/>
          <p:cNvPicPr>
            <a:picLocks noChangeAspect="1"/>
          </p:cNvPicPr>
          <p:nvPr/>
        </p:nvPicPr>
        <p:blipFill>
          <a:blip r:embed="rId2"/>
          <a:stretch>
            <a:fillRect/>
          </a:stretch>
        </p:blipFill>
        <p:spPr>
          <a:xfrm>
            <a:off x="7178040" y="1463040"/>
            <a:ext cx="4572000" cy="2571750"/>
          </a:xfrm>
          <a:prstGeom prst="rect">
            <a:avLst/>
          </a:prstGeom>
          <a:ln w="12700">
            <a:solidFill>
              <a:srgbClr val="5B9BD5"/>
            </a:solidFill>
          </a:ln>
        </p:spPr>
      </p:pic>
      <p:sp>
        <p:nvSpPr>
          <p:cNvPr id="9" name="TextBox 8"/>
          <p:cNvSpPr txBox="1"/>
          <p:nvPr/>
        </p:nvSpPr>
        <p:spPr>
          <a:xfrm>
            <a:off x="7178040" y="4171950"/>
            <a:ext cx="4572000" cy="1463040"/>
          </a:xfrm>
          <a:prstGeom prst="rect">
            <a:avLst/>
          </a:prstGeom>
          <a:noFill/>
        </p:spPr>
        <p:txBody>
          <a:bodyPr wrap="square" lIns="45720" rIns="45720" tIns="27432" bIns="27432" anchor="t">
            <a:spAutoFit/>
          </a:bodyPr>
          <a:lstStyle/>
          <a:p>
            <a:pPr algn="l">
              <a:spcBef>
                <a:spcPts val="0"/>
              </a:spcBef>
              <a:spcAft>
                <a:spcPts val="400"/>
              </a:spcAft>
            </a:pPr>
            <a:r>
              <a:rPr sz="1400" b="1">
                <a:solidFill>
                  <a:srgbClr val="FFC000"/>
                </a:solidFill>
                <a:latin typeface="Arial"/>
              </a:rPr>
              <a:t>Boots with the club logo</a:t>
            </a:r>
          </a:p>
          <a:p>
            <a:pPr algn="l">
              <a:spcBef>
                <a:spcPts val="0"/>
              </a:spcBef>
              <a:spcAft>
                <a:spcPts val="400"/>
              </a:spcAft>
            </a:pPr>
            <a:r>
              <a:rPr sz="1400" b="0">
                <a:solidFill>
                  <a:srgbClr val="FFFFFF"/>
                </a:solidFill>
                <a:latin typeface="Arial"/>
              </a:rPr>
              <a:t>or any picture you upload. The module lifts out of its socket, so nothing is soldered that can’t be swapped.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Links and credits</a:t>
            </a:r>
          </a:p>
        </p:txBody>
      </p:sp>
      <p:pic>
        <p:nvPicPr>
          <p:cNvPr id="3" name="Picture 2" descr="qr-github.png"/>
          <p:cNvPicPr>
            <a:picLocks noChangeAspect="1"/>
          </p:cNvPicPr>
          <p:nvPr/>
        </p:nvPicPr>
        <p:blipFill>
          <a:blip r:embed="rId2"/>
          <a:stretch>
            <a:fillRect/>
          </a:stretch>
        </p:blipFill>
        <p:spPr>
          <a:xfrm>
            <a:off x="548640" y="1417320"/>
            <a:ext cx="2743200" cy="2743200"/>
          </a:xfrm>
          <a:prstGeom prst="rect">
            <a:avLst/>
          </a:prstGeom>
        </p:spPr>
      </p:pic>
      <p:sp>
        <p:nvSpPr>
          <p:cNvPr id="4" name="TextBox 3"/>
          <p:cNvSpPr txBox="1"/>
          <p:nvPr/>
        </p:nvSpPr>
        <p:spPr>
          <a:xfrm>
            <a:off x="3474720" y="1417320"/>
            <a:ext cx="3657600" cy="2743200"/>
          </a:xfrm>
          <a:prstGeom prst="rect">
            <a:avLst/>
          </a:prstGeom>
          <a:noFill/>
        </p:spPr>
        <p:txBody>
          <a:bodyPr wrap="square" lIns="45720" rIns="45720" tIns="27432" bIns="27432" anchor="t">
            <a:spAutoFit/>
          </a:bodyPr>
          <a:lstStyle/>
          <a:p>
            <a:pPr algn="l">
              <a:spcBef>
                <a:spcPts val="0"/>
              </a:spcBef>
              <a:spcAft>
                <a:spcPts val="400"/>
              </a:spcAft>
            </a:pPr>
            <a:r>
              <a:rPr sz="1800" b="1">
                <a:solidFill>
                  <a:srgbClr val="FFC000"/>
                </a:solidFill>
                <a:latin typeface="Arial"/>
              </a:rPr>
              <a:t>Everything is on GitHub</a:t>
            </a:r>
          </a:p>
          <a:p>
            <a:pPr algn="l">
              <a:spcBef>
                <a:spcPts val="0"/>
              </a:spcBef>
              <a:spcAft>
                <a:spcPts val="400"/>
              </a:spcAft>
            </a:pPr>
            <a:r>
              <a:rPr sz="1600" b="0">
                <a:solidFill>
                  <a:srgbClr val="FFFFFF"/>
                </a:solidFill>
                <a:latin typeface="Arial"/>
              </a:rPr>
              <a:t>github.com/scottdube/hot-info-orbs</a:t>
            </a:r>
          </a:p>
          <a:p>
            <a:pPr algn="l">
              <a:spcBef>
                <a:spcPts val="0"/>
              </a:spcBef>
              <a:spcAft>
                <a:spcPts val="400"/>
              </a:spcAft>
            </a:pPr>
            <a:r>
              <a:rPr sz="1400" b="0">
                <a:solidFill>
                  <a:srgbClr val="BFC7D5"/>
                </a:solidFill>
                <a:latin typeface="Arial"/>
              </a:rPr>
              <a:t>Board files, firmware, build guide</a:t>
            </a:r>
          </a:p>
          <a:p>
            <a:pPr algn="l">
              <a:spcBef>
                <a:spcPts val="0"/>
              </a:spcBef>
              <a:spcAft>
                <a:spcPts val="400"/>
              </a:spcAft>
            </a:pPr>
            <a:r>
              <a:rPr sz="800" b="0">
                <a:solidFill>
                  <a:srgbClr val="FFFFFF"/>
                </a:solidFill>
                <a:latin typeface="Arial"/>
              </a:rPr>
              <a:t/>
            </a:r>
          </a:p>
          <a:p>
            <a:pPr algn="l">
              <a:spcBef>
                <a:spcPts val="0"/>
              </a:spcBef>
              <a:spcAft>
                <a:spcPts val="400"/>
              </a:spcAft>
            </a:pPr>
            <a:r>
              <a:rPr sz="1800" b="1">
                <a:solidFill>
                  <a:srgbClr val="FFC000"/>
                </a:solidFill>
                <a:latin typeface="Arial"/>
              </a:rPr>
              <a:t>Feature sheet</a:t>
            </a:r>
          </a:p>
          <a:p>
            <a:pPr algn="l">
              <a:spcBef>
                <a:spcPts val="0"/>
              </a:spcBef>
              <a:spcAft>
                <a:spcPts val="400"/>
              </a:spcAft>
            </a:pPr>
            <a:r>
              <a:rPr sz="1400" b="0">
                <a:solidFill>
                  <a:srgbClr val="FFFFFF"/>
                </a:solidFill>
                <a:latin typeface="Arial"/>
              </a:rPr>
              <a:t>scottdube.github.io/hot-info-orbs/features.html</a:t>
            </a:r>
          </a:p>
        </p:txBody>
      </p:sp>
      <p:sp>
        <p:nvSpPr>
          <p:cNvPr id="5" name="TextBox 4"/>
          <p:cNvSpPr txBox="1"/>
          <p:nvPr/>
        </p:nvSpPr>
        <p:spPr>
          <a:xfrm>
            <a:off x="7589520" y="1417320"/>
            <a:ext cx="4160520" cy="4572000"/>
          </a:xfrm>
          <a:prstGeom prst="rect">
            <a:avLst/>
          </a:prstGeom>
          <a:noFill/>
        </p:spPr>
        <p:txBody>
          <a:bodyPr wrap="square" lIns="45720" rIns="45720" tIns="27432" bIns="27432" anchor="t">
            <a:spAutoFit/>
          </a:bodyPr>
          <a:lstStyle/>
          <a:p>
            <a:pPr algn="l">
              <a:spcBef>
                <a:spcPts val="0"/>
              </a:spcBef>
              <a:spcAft>
                <a:spcPts val="400"/>
              </a:spcAft>
            </a:pPr>
            <a:r>
              <a:rPr sz="1800" b="1">
                <a:solidFill>
                  <a:srgbClr val="FFC000"/>
                </a:solidFill>
                <a:latin typeface="Arial"/>
              </a:rPr>
              <a:t>Thanks to</a:t>
            </a:r>
          </a:p>
          <a:p>
            <a:pPr algn="l">
              <a:spcBef>
                <a:spcPts val="0"/>
              </a:spcBef>
              <a:spcAft>
                <a:spcPts val="400"/>
              </a:spcAft>
            </a:pPr>
            <a:r>
              <a:rPr sz="1500" b="1">
                <a:solidFill>
                  <a:srgbClr val="FFFFFF"/>
                </a:solidFill>
                <a:latin typeface="Arial"/>
              </a:rPr>
              <a:t>Brett Turner</a:t>
            </a:r>
            <a:r>
              <a:rPr sz="1500" b="0">
                <a:solidFill>
                  <a:srgbClr val="FFFFFF"/>
                </a:solidFill>
                <a:latin typeface="Arial"/>
              </a:rPr>
              <a:t>  Info Orbs, the original</a:t>
            </a:r>
          </a:p>
          <a:p>
            <a:pPr algn="l">
              <a:spcBef>
                <a:spcPts val="0"/>
              </a:spcBef>
              <a:spcAft>
                <a:spcPts val="400"/>
              </a:spcAft>
            </a:pPr>
            <a:r>
              <a:rPr sz="1500" b="1">
                <a:solidFill>
                  <a:srgbClr val="FFFFFF"/>
                </a:solidFill>
                <a:latin typeface="Arial"/>
              </a:rPr>
              <a:t>HackerBoxes</a:t>
            </a:r>
            <a:r>
              <a:rPr sz="1500" b="0">
                <a:solidFill>
                  <a:srgbClr val="FFFFFF"/>
                </a:solidFill>
                <a:latin typeface="Arial"/>
              </a:rPr>
              <a:t>  #0129 Orbital</a:t>
            </a:r>
          </a:p>
          <a:p>
            <a:pPr algn="l">
              <a:spcBef>
                <a:spcPts val="0"/>
              </a:spcBef>
              <a:spcAft>
                <a:spcPts val="400"/>
              </a:spcAft>
            </a:pPr>
            <a:r>
              <a:rPr sz="1500" b="1">
                <a:solidFill>
                  <a:srgbClr val="FFFFFF"/>
                </a:solidFill>
                <a:latin typeface="Arial"/>
              </a:rPr>
              <a:t>Donald Champion</a:t>
            </a:r>
            <a:r>
              <a:rPr sz="1500" b="0">
                <a:solidFill>
                  <a:srgbClr val="FFFFFF"/>
                </a:solidFill>
                <a:latin typeface="Arial"/>
              </a:rPr>
              <a:t>  HackerBox build photos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48640" y="822960"/>
            <a:ext cx="10241280" cy="1280160"/>
          </a:xfrm>
        </p:spPr>
        <p:txBody>
          <a:bodyPr/>
          <a:lstStyle/>
          <a:p>
            <a:r>
              <a:t>Questions?</a:t>
            </a:r>
          </a:p>
        </p:txBody>
      </p:sp>
      <p:sp>
        <p:nvSpPr>
          <p:cNvPr id="3" name="Subtitle 2"/>
          <p:cNvSpPr>
            <a:spLocks noGrp="1"/>
          </p:cNvSpPr>
          <p:nvPr>
            <p:ph type="subTitle" idx="1"/>
          </p:nvPr>
        </p:nvSpPr>
        <p:spPr>
          <a:xfrm>
            <a:off x="548640" y="2103120"/>
            <a:ext cx="10241280" cy="731520"/>
          </a:xfrm>
        </p:spPr>
        <p:txBody>
          <a:bodyPr/>
          <a:lstStyle/>
          <a:p>
            <a:r>
              <a:rPr sz="2400"/>
              <a:t>The orb is on the table. Press the buttons.</a:t>
            </a:r>
          </a:p>
        </p:txBody>
      </p:sp>
      <p:pic>
        <p:nvPicPr>
          <p:cNvPr id="4" name="Picture 3" descr="c-clock-nixie.jpg"/>
          <p:cNvPicPr>
            <a:picLocks noChangeAspect="1"/>
          </p:cNvPicPr>
          <p:nvPr/>
        </p:nvPicPr>
        <p:blipFill>
          <a:blip r:embed="rId2"/>
          <a:stretch>
            <a:fillRect/>
          </a:stretch>
        </p:blipFill>
        <p:spPr>
          <a:xfrm>
            <a:off x="1069848" y="3017520"/>
            <a:ext cx="10058400" cy="2881312"/>
          </a:xfrm>
          <a:prstGeom prst="rect">
            <a:avLst/>
          </a:prstGeom>
          <a:ln w="12700">
            <a:solidFill>
              <a:srgbClr val="5B9BD5"/>
            </a:solidFill>
          </a:ln>
        </p:spPr>
      </p:pic>
      <p:sp>
        <p:nvSpPr>
          <p:cNvPr id="5" name="TextBox 4"/>
          <p:cNvSpPr txBox="1"/>
          <p:nvPr/>
        </p:nvSpPr>
        <p:spPr>
          <a:xfrm>
            <a:off x="548640" y="5989320"/>
            <a:ext cx="11064240" cy="457200"/>
          </a:xfrm>
          <a:prstGeom prst="rect">
            <a:avLst/>
          </a:prstGeom>
          <a:noFill/>
        </p:spPr>
        <p:txBody>
          <a:bodyPr wrap="square" lIns="45720" rIns="45720" tIns="27432" bIns="27432" anchor="t">
            <a:spAutoFit/>
          </a:bodyPr>
          <a:lstStyle/>
          <a:p>
            <a:pPr algn="ctr">
              <a:spcBef>
                <a:spcPts val="0"/>
              </a:spcBef>
              <a:spcAft>
                <a:spcPts val="400"/>
              </a:spcAft>
            </a:pPr>
            <a:r>
              <a:rPr sz="1600" b="0">
                <a:solidFill>
                  <a:srgbClr val="BFC7D5"/>
                </a:solidFill>
                <a:latin typeface="Arial"/>
              </a:rPr>
              <a:t>github.com/scottdube/hot-info-orbs</a:t>
            </a:r>
          </a:p>
        </p:txBody>
      </p:sp>
    </p:spTree>
  </p:cSld>
  <p:clrMapOvr>
    <a:masterClrMapping/>
  </p:clrMapOvr>
</p:sld>
</file>

<file path=ppt/theme/theme1.xml><?xml version="1.0" encoding="utf-8"?>
<a:theme xmlns:a="http://schemas.openxmlformats.org/drawingml/2006/main" name="SmComp Dark Theme">
  <a:themeElements>
    <a:clrScheme name="Custom 2">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FEE599"/>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lumMod val="40000"/>
            <a:lumOff val="60000"/>
            <a:alpha val="65000"/>
          </a:schemeClr>
        </a:solidFill>
        <a:ln w="28575">
          <a:solidFill>
            <a:schemeClr val="accent4"/>
          </a:solid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3200"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defRPr sz="3600" dirty="0" smtClean="0">
            <a:solidFill>
              <a:schemeClr val="bg1"/>
            </a:solidFill>
          </a:defRPr>
        </a:defPPr>
      </a:lstStyle>
    </a:txDef>
  </a:objectDefaults>
  <a:extraClrSchemeLst/>
  <a:extLst>
    <a:ext uri="{05A4C25C-085E-4340-85A3-A5531E510DB2}">
      <thm15:themeFamily xmlns:thm15="http://schemas.microsoft.com/office/thememl/2012/main" name="HOT Slide Template.potx" id="{07437C56-61E1-4525-8175-7BCF92195149}" vid="{31DF536B-AF23-4944-92DE-B07CC1004F96}"/>
    </a:ext>
  </a:extLst>
</a:theme>
</file>

<file path=ppt/theme/theme2.xml><?xml version="1.0" encoding="utf-8"?>
<a:theme xmlns:a="http://schemas.openxmlformats.org/drawingml/2006/main" name="3D Printing Dark Theme">
  <a:themeElements>
    <a:clrScheme name="Custom 2">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FEE599"/>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lumMod val="40000"/>
            <a:lumOff val="60000"/>
            <a:alpha val="65000"/>
          </a:schemeClr>
        </a:solidFill>
        <a:ln w="28575">
          <a:solidFill>
            <a:schemeClr val="accent4"/>
          </a:solid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3200"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defRPr sz="3600" dirty="0" smtClean="0">
            <a:solidFill>
              <a:schemeClr val="bg1"/>
            </a:solidFill>
          </a:defRPr>
        </a:defPPr>
      </a:lstStyle>
    </a:txDef>
  </a:objectDefaults>
  <a:extraClrSchemeLst/>
  <a:extLst>
    <a:ext uri="{05A4C25C-085E-4340-85A3-A5531E510DB2}">
      <thm15:themeFamily xmlns:thm15="http://schemas.microsoft.com/office/thememl/2012/main" name="HOT Slide Template.potx" id="{07437C56-61E1-4525-8175-7BCF92195149}" vid="{62AC4231-492B-44F9-A218-5EE17B47F7D3}"/>
    </a:ext>
  </a:extLst>
</a:theme>
</file>

<file path=ppt/theme/theme3.xml><?xml version="1.0" encoding="utf-8"?>
<a:theme xmlns:a="http://schemas.openxmlformats.org/drawingml/2006/main" name="H.O.T. Dark Theme">
  <a:themeElements>
    <a:clrScheme name="Custom 2">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FEE599"/>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lumMod val="40000"/>
            <a:lumOff val="60000"/>
            <a:alpha val="65000"/>
          </a:schemeClr>
        </a:solidFill>
        <a:ln w="28575">
          <a:solidFill>
            <a:schemeClr val="accent4"/>
          </a:solid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3200"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defRPr sz="3600" dirty="0" smtClean="0">
            <a:solidFill>
              <a:schemeClr val="bg1"/>
            </a:solidFill>
          </a:defRPr>
        </a:defPPr>
      </a:lstStyle>
    </a:txDef>
  </a:objectDefaults>
  <a:extraClrSchemeLst/>
  <a:extLst>
    <a:ext uri="{05A4C25C-085E-4340-85A3-A5531E510DB2}">
      <thm15:themeFamily xmlns:thm15="http://schemas.microsoft.com/office/thememl/2012/main" name="HOT Slide Template.potx" id="{07437C56-61E1-4525-8175-7BCF92195149}" vid="{525D13EE-0638-420F-834C-916BA5AFFFE5}"/>
    </a:ext>
  </a:extLst>
</a:theme>
</file>

<file path=ppt/theme/theme4.xml><?xml version="1.0" encoding="utf-8"?>
<a:theme xmlns:a="http://schemas.openxmlformats.org/drawingml/2006/main" name="H.O.T. Light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OT Slide Template.potx" id="{07437C56-61E1-4525-8175-7BCF92195149}" vid="{F122644E-7F17-40F3-9A59-9AF2F7C6C03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24101</TotalTime>
  <Words>508</Words>
  <Application>Microsoft Office PowerPoint</Application>
  <PresentationFormat>Widescreen</PresentationFormat>
  <Paragraphs>43</Paragraphs>
  <Slides>7</Slides>
  <Notes>0</Notes>
  <HiddenSlides>1</HiddenSlides>
  <MMClips>0</MMClips>
  <ScaleCrop>false</ScaleCrop>
  <HeadingPairs>
    <vt:vector size="6" baseType="variant">
      <vt:variant>
        <vt:lpstr>Fonts Used</vt:lpstr>
      </vt:variant>
      <vt:variant>
        <vt:i4>3</vt:i4>
      </vt:variant>
      <vt:variant>
        <vt:lpstr>Theme</vt:lpstr>
      </vt:variant>
      <vt:variant>
        <vt:i4>4</vt:i4>
      </vt:variant>
      <vt:variant>
        <vt:lpstr>Slide Titles</vt:lpstr>
      </vt:variant>
      <vt:variant>
        <vt:i4>7</vt:i4>
      </vt:variant>
    </vt:vector>
  </HeadingPairs>
  <TitlesOfParts>
    <vt:vector size="14" baseType="lpstr">
      <vt:lpstr>Arial</vt:lpstr>
      <vt:lpstr>Calibri</vt:lpstr>
      <vt:lpstr>Stencil</vt:lpstr>
      <vt:lpstr>SmComp Dark Theme</vt:lpstr>
      <vt:lpstr>3D Printing Dark Theme</vt:lpstr>
      <vt:lpstr>H.O.T. Dark Theme</vt:lpstr>
      <vt:lpstr>H.O.T. Light Theme</vt:lpstr>
      <vt:lpstr>READ ME</vt:lpstr>
      <vt:lpstr>Welcome to H.O.T. www.handsontech.org</vt:lpstr>
      <vt:lpstr>One Hands-On Tech club Two Groups</vt:lpstr>
      <vt:lpstr>New to the club? Welcome!</vt:lpstr>
      <vt:lpstr>Club communications are via Email &amp; Web !</vt:lpstr>
      <vt:lpstr>How to use slide templates</vt:lpstr>
      <vt:lpstr>PowerPoint Presentation</vt:lpstr>
    </vt:vector>
  </TitlesOfParts>
  <Company>Zebra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Arduino IDE and IoT Button</dc:title>
  <dc:creator>Yangmin Shen</dc:creator>
  <cp:lastModifiedBy>Yangmin Shen</cp:lastModifiedBy>
  <cp:revision>1138</cp:revision>
  <cp:lastPrinted>2018-05-24T16:30:16Z</cp:lastPrinted>
  <dcterms:created xsi:type="dcterms:W3CDTF">2017-10-23T13:22:08Z</dcterms:created>
  <dcterms:modified xsi:type="dcterms:W3CDTF">2022-11-04T13:23:18Z</dcterms:modified>
</cp:coreProperties>
</file>